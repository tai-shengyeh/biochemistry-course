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酵素(二)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動力學與抑制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397764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(2): động học và chất ức chế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先接上週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tiếp tuần trước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0116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酵素抓受質,讓反應變快。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bắt cơ chất, phản ứng nhanh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01168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量『有多快』、『抓多緊』,還有怎麼『擋住』它。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tốc độ, độ bám, và cách ức chế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31596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很多藥物就是酵素抑制劑。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07492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thuốc chính là chất ức chế enzyme.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1554480"/>
                <a:gridCol w="1828800"/>
                <a:gridCol w="196596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酵素動力學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Động học enzyme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抑制劑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Chất ức chế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Inhibitor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米氏方程式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Michaelis-Menten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 equation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競爭性抑制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Ức chế cạnh tranh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米氏常數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Hằng số Michaelis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非競爭性抑制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Ức chế không cạnh tranh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Noncompetitive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最大速率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 tối đa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回饋抑制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Ức chế ngược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初速率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 ban đầu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磷酸化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phosphoryl hóa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Phosphorylation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競爭性 = cạnh tranh。非競爭性 = không cạnh tranh。差別就是加不加「không」。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米氏曲線:酵素有多快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cong Michaelis-Menten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受質越多,酵素越快 —— 但有上限。</a:t>
            </a:r>
            <a:endParaRPr lang="en-US" sz="2600" dirty="0"/>
          </a:p>
        </p:txBody>
      </p:sp>
      <p:pic>
        <p:nvPicPr>
          <p:cNvPr id="8" name="Image 0" descr="/sessions/funny-hopeful-goldberg/mnt/biochemistry/assets/redrawn/w07_mm_curve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到了上限,再加受質也沒用 —— 酵素都在忙。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Vmax 與 Km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Vmax và Km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4592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755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2128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最快的速率。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是漸近線 —— 永遠碰不到。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tiệm cận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645920"/>
            <a:ext cx="73152" cy="2103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755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2128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速率到 ½Vmax 時的受質濃度。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Nồng độ cơ chất tại ½Vmax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31596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小 = 抓得緊。Km 大 = 抓得鬆。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nhỏ = bám chặt. Km lớn = bám lỏng.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注意:Km 在 X 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nằm trên trục 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44200" cy="128016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錯:把 Km 當成速率。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49300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是「受質濃度」,在 X 軸上。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434340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là nồng độ cơ chất — trên trục X.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它剛好是速率等於一半 Vmax 時的那個濃度。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抑制劑:擋住酵素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ức chế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很多藥物就是抑制劑。擋住某個酵素,病就好了。</a:t>
            </a:r>
            <a:endParaRPr lang="en-US" sz="2600" dirty="0"/>
          </a:p>
        </p:txBody>
      </p:sp>
      <p:pic>
        <p:nvPicPr>
          <p:cNvPr id="8" name="Image 0" descr="/sessions/funny-hopeful-goldberg/mnt/biochemistry/assets/redrawn/w07_inhibition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兩種:搶活性部位(競爭性)/ 黏別的地方(非競爭性)。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兩種抑制的比較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2 loại ức chế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3434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競爭性 Cạnh tranh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非競爭性 Không cạnh tranh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黏在哪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活性部位(跟受質搶)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別的地方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加很多受質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可以救回來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救不回來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Vmax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不變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下降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變大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不變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這張最容易背反 —— 一定要對照圖。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怎麼記,不會反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nhớ không bị ngược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3774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競爭性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搶「位置」。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加夠受質能擠掉它。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動 Km(Vmax 不變)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703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Giành vị trí → đổi Km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37744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非競爭性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降「上限」。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受質趕不走它。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動 Vmax(Km 不變)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703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trần → đổi Vmax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480560"/>
            <a:ext cx="10744200" cy="128016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681728"/>
            <a:ext cx="10012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競爭性動 Km。非競爭性動 Vmax。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25780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Cạnh tranh → Km. Không cạnh tranh → Vmax.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回饋抑制:自己喊停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Ức chế ngược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工廠做太多產品,就該停工。細胞也一樣。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2350694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450592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最終產物太多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cuối dư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46222" y="27432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539414" y="2194560"/>
            <a:ext cx="2350694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30854" y="2450592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回頭抑制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30854" y="34747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Ức chế ngược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08396" y="27432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01588" y="2194560"/>
            <a:ext cx="2350694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93028" y="2450592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第一個酵素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93028" y="34747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đầu tiên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70569" y="27432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063761" y="2194560"/>
            <a:ext cx="2350694" cy="1737360"/>
          </a:xfrm>
          <a:prstGeom prst="roundRect">
            <a:avLst>
              <a:gd name="adj" fmla="val 5263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55201" y="2450592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整條路徑慢下來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55201" y="34747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đường chậm lại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細胞省成本的方式。第 13、15 週的代謝路徑都靠它調控。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開關:磷酸化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tắc: phosphoryl hóa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4708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加一個磷酸 → 開(或關)。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1 phosphate → bật (hoặc tắt).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38328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930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加磷酸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開關切換。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800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phosphate → chuyển trạng thái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3832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383280"/>
            <a:ext cx="73152" cy="182880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4930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拿掉磷酸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切回去。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4800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phosphate → đổi lại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17 週的胰島素、升糖素就是用這招控制代謝。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練習:看圖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Nhìn hình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07_mm_curve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192" y="1207008"/>
            <a:ext cx="4553712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9319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在米氏曲線上指出 Chỉ ra trên đường cong: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77240" y="4480560"/>
            <a:ext cx="329184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Vmax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89120" y="4480560"/>
            <a:ext cx="329184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8912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½Vmax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001000" y="4480560"/>
            <a:ext cx="329184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0100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Km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7 週 · Hóa sinh — Tuần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越小,酵素抓受質抓得越緊。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競爭性抑制會讓 Vmax 下降。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加很多受質可以克服競爭性抑制。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回饋抑制是最終產物抑制第一個酵素。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想一想:設計藥物,競爭性好還是非競爭性好?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碳水化合物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8 週(18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18 từ của tuần 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注意:第 9 週期中考,範圍第 1–8 週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 ý: thi giữa kỳ tuần 9, phạm vi tuần 1–8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2026-07-16T17:02:31Z</dcterms:created>
  <dcterms:modified xsi:type="dcterms:W3CDTF">2026-07-16T17:02:31Z</dcterms:modified>
</cp:coreProperties>
</file>