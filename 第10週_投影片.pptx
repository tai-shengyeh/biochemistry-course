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 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脂質與生物膜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1097280" y="356616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 và màng sinh học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疏水效應,第四次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ứng kỵ nước, lần thứ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10 週 · Hóa sinh — Tuần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55448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847088"/>
            <a:ext cx="100126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細胞膜整個,就是疏水效應蓋出來的。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69748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màng tế bào được dựng nhờ hiệu ứng kỵ nước.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34290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474720"/>
            <a:ext cx="73152" cy="18288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5844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40416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水:油被擠出去。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4892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2: nước đẩy dầu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3474720"/>
            <a:ext cx="34290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3474720"/>
            <a:ext cx="73152" cy="18288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4608576" y="35844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08576" y="40416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蛋白質:疏水核心。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08576" y="4892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4: lõi kỵ nước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3474720"/>
            <a:ext cx="34290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0" y="3474720"/>
            <a:ext cx="73152" cy="18288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22" name="Text 20"/>
          <p:cNvSpPr/>
          <p:nvPr/>
        </p:nvSpPr>
        <p:spPr>
          <a:xfrm>
            <a:off x="8266176" y="35844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這週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66176" y="40416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細胞膜。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66176" y="4892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này: màng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vựng · 不用背,看過就好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10 週 · Hóa sinh — Tuần 10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1737360"/>
                <a:gridCol w="1737360"/>
                <a:gridCol w="1965960"/>
                <a:gridCol w="16916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脂肪酸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 béo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Fatty acid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兩親性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Lưỡng cực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Amphipathic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飽和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(béo)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被動運輸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 thụ động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不飽和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(béo) không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Unsaturated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主動運輸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 chủ động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磷脂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Phospholipid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Phospholipid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鈉鉀幫浦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Bơm Na+/K+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Na/K pump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脂雙層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Lớp lipid kép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Lipid bilayer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膽固醇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Cholesterol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Cholesterol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飽和 = no,不飽和 = không no。加不加「không」而已。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飽和與不飽和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và không no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10 週 · Hóa sinh — Tuần 10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10_fatty_acids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170432"/>
            <a:ext cx="7991856" cy="44988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338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飽和:直的:排得緊,難融。固體(豬油)。   |    不飽和:彎的:排不緊,好融。液體(油)。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那個彎,決定一切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Cái gấp khúc quyết định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10 週 · Hóa sinh — Tuần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84708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順式雙鍵 → 折彎約 30°。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Nối đôi cis → gấp khúc ~30°.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383280"/>
            <a:ext cx="2350694" cy="1463040"/>
          </a:xfrm>
          <a:prstGeom prst="roundRect">
            <a:avLst>
              <a:gd name="adj" fmla="val 6250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639312"/>
            <a:ext cx="21678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有雙鍵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43891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nối đôi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46222" y="379476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539414" y="3383280"/>
            <a:ext cx="2350694" cy="1463040"/>
          </a:xfrm>
          <a:prstGeom prst="roundRect">
            <a:avLst>
              <a:gd name="adj" fmla="val 6250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30854" y="3639312"/>
            <a:ext cx="21678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折彎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630854" y="43891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Gấp khúc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08396" y="379476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301588" y="3383280"/>
            <a:ext cx="2350694" cy="1463040"/>
          </a:xfrm>
          <a:prstGeom prst="roundRect">
            <a:avLst>
              <a:gd name="adj" fmla="val 6250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93028" y="3639312"/>
            <a:ext cx="21678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排不緊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93028" y="43891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Xếp không chặt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70569" y="379476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063761" y="3383280"/>
            <a:ext cx="2350694" cy="1463040"/>
          </a:xfrm>
          <a:prstGeom prst="roundRect">
            <a:avLst>
              <a:gd name="adj" fmla="val 6250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55201" y="3639312"/>
            <a:ext cx="21678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好融 = 油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55201" y="43891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chảy = dầu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橄欖油是液體,豬油是固體。差別就在那個彎。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磷脂:一頭愛水,一頭怕水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Phospholipid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10 週 · Hóa sinh — Tuần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73152" cy="2103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親水的頭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碰水。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ưa nước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737360"/>
            <a:ext cx="73152" cy="210312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疏水的尾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躲水。兩條。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Đuôi kỵ nước (2 đuôi)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440740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丟到水裡 → 自動排成雙層。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vào nước → tự xếp thành lớp kép.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脂雙層與細胞膜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lipid kép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10 週 · Hóa sinh — Tuần 10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10_membrane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4872" y="1188720"/>
            <a:ext cx="7388352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5138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黃色 = 膽固醇 Cholesterol    |    藍色 = 通道蛋白 Kênh    |    紫色 = 醣蛋白 Glycoprotein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疏水尾一定朝內 —— 又是疏水效應。 Đuôi kỵ nước quay vào trong.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流體鑲嵌模型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khảm lỏng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10 週 · Hóa sinh — Tuần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73152" cy="2103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膜是流動的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磷脂會移動,不是死的。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Màng linh động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737360"/>
            <a:ext cx="73152" cy="210312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蛋白質像船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浮在膜上,可以移動。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như thuyền nổi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440740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膽固醇插在磷脂之間,調節軟硬。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chèn giữa, điều chỉnh độ cứng.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東西怎麼過膜?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 màng thế nào?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10 週 · Hóa sinh — Tuần 10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10_transport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264" y="1188720"/>
            <a:ext cx="7964424" cy="448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338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被動運輸:順梯度。不耗能。溜滑梯。   |    主動運輸:逆梯度。要 ATP。爬樓梯。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主動運輸:逆著走 + ATP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động: ngược + ATP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10 週 · Hóa sinh — Tuần 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27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34340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被動 Thụ động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主動 Chủ động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方向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順梯度(高→低)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逆梯度(低→高)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耗能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不用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 ATP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例子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氧氣、水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鈉鉀幫浦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120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看到「逆梯度」或「ATP」→ 就是主動運輸。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鈉鉀幫浦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Bơm Na+/K+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10 週 · Hóa sinh — Tuần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84708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Na⁺ 打出去,K⁺ 抓進來。兩個都逆梯度。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Đẩy Na⁺ ra, kéo K⁺ vào — đều ngược gradient.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383280"/>
            <a:ext cx="73152" cy="18288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930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耗大量 ATP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39502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你的腦很多能量花在這。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48006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dùng nhiều ATP cho việc này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38328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383280"/>
            <a:ext cx="73152" cy="18288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34930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為什麼重要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39502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神經傳訊靠這個梯度。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5936" y="48006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Truyền tín hiệu thần kinh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4864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15 週:氧化磷酸化也靠「膜兩邊的梯度」發電,同一個原理。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練習:對或錯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Đúng hay sai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10 週 · Hóa sinh — Tuần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主動運輸需要 ATP。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不飽和脂肪酸在室溫是固體。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磷脂的疏水尾朝向膜的外側。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77440" y="5029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鈉鉀幫浦是被動運輸。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想一想:為什麼膜要用「兩親性」分子,不用全親水或全疏水?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 · Tuần sau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核苷酸與核酸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Nucleotide và nucleic acid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6301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課前:看詞彙表第 11 週(20 個詞)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40050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trước 20 từ của tuần 11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44531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小測:下週前 10 分鐘,考今天的詞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4480" y="48280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5 câu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5276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提示:第 11 週的 base 是「鹼基」,不是「鹼」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56509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= 鹼基 (không phải 鹼)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2026-07-16T17:02:32Z</dcterms:created>
  <dcterms:modified xsi:type="dcterms:W3CDTF">2026-07-16T17:02:32Z</dcterms:modified>
</cp:coreProperties>
</file>