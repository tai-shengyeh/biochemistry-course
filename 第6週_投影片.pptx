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酵素(一)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09728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催化原理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97280" y="3977640"/>
            <a:ext cx="2926080" cy="0"/>
          </a:xfrm>
          <a:prstGeom prst="line">
            <a:avLst/>
          </a:prstGeom>
          <a:noFill/>
          <a:ln w="31750">
            <a:solidFill>
              <a:srgbClr val="C853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 (1): nguyên lý xúc tác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先接上週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Nối tiếp tuần trước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6 週 · Hóa sinh — Tuần 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349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37360"/>
            <a:ext cx="73152" cy="2103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上週:血紅素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30428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「抓」氧氣。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被抓的叫配位基。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0976" y="34290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oxygen — gọi là phối tử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5349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737360"/>
            <a:ext cx="73152" cy="210312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4" name="Text 12"/>
          <p:cNvSpPr/>
          <p:nvPr/>
        </p:nvSpPr>
        <p:spPr>
          <a:xfrm>
            <a:off x="6345936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這週:酵素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45936" y="230428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「抓」要處理的東西。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被抓的叫受質。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45936" y="34290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cơ chất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206240"/>
            <a:ext cx="10744200" cy="146304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97280" y="4434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同一個概念,換個名字。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09728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một khái niệm, đổi tên.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先講一個中文的陷阱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cái bẫy tiếng Trung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6 週 · Hóa sinh — Tuần 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744200" cy="1371600"/>
          </a:xfrm>
          <a:prstGeom prst="rect">
            <a:avLst/>
          </a:prstGeom>
          <a:solidFill>
            <a:srgbClr val="FFE8E0"/>
          </a:solidFill>
          <a:ln w="25400">
            <a:solidFill>
              <a:srgbClr val="C853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「酵素」和「酶」是同一個東西。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97280" y="2423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酵素 và 酶 đều là enzyme.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53492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108960"/>
            <a:ext cx="73152" cy="201168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2186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單獨講的時候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50976" y="367588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用「酵素」。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今天學的就是這個。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0976" y="47091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Nói riêng → 酵素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108960"/>
            <a:ext cx="53492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3108960"/>
            <a:ext cx="73152" cy="201168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17" name="Text 15"/>
          <p:cNvSpPr/>
          <p:nvPr/>
        </p:nvSpPr>
        <p:spPr>
          <a:xfrm>
            <a:off x="6345936" y="32186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接在名字後面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45936" y="367588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用「酶」。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己糖激酶、丙酮酸激酶…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45936" y="47091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tên → 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看到「◯◯酶」= 那是一個酵素。第 13 週你會看到很多。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先看詞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vựng · 不用背,看過就好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6 週 · Hóa sinh — Tuần 6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270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  <a:gridCol w="1828800"/>
                <a:gridCol w="1645920"/>
                <a:gridCol w="187452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酵素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Enzyme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Enzyme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專一性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Tính đặc hiệu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受質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Cơ chất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誘導契合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Khớp cảm ứng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Induced fit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產物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Sản phẩm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輔因子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Cofactor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Cofactor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活性部位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Trung tâm hoạt động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site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輔酶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Coenzyme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Coenzyme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活化能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Năng lượng hoạt hóa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Activation energy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維生素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Vitamin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Vitamin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過渡態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Trạng thái chuyển tiếp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Transition state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酶原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Tiền enzyme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Zymogen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新課綱 enzyme,醫科 enzym,舊 SGK enzim —— 三個都是同一個。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酵素做什麼?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 làm gì?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6 週 · Hóa sinh — Tuần 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0744200" cy="155448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9202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讓反應變快。常常快一百萬倍以上。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97280" y="2560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phản ứng nhanh hơn — thường hơn 1 triệu lần.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10744200" cy="1188720"/>
          </a:xfrm>
          <a:prstGeom prst="rect">
            <a:avLst/>
          </a:prstGeom>
          <a:solidFill>
            <a:srgbClr val="FFE8E0"/>
          </a:solidFill>
          <a:ln w="19050">
            <a:solidFill>
              <a:srgbClr val="C853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840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但不是讓「不可能的反應」變可能。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那個反應本來就會發生,只是太慢 —— 慢到你等一輩子也等不到。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活化能:一座山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Năng lượng hoạt hóa: một ngọn núi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6 週 · Hóa sinh — Tuần 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想像反應要翻過一座山。</a:t>
            </a:r>
            <a:endParaRPr lang="en-US" sz="2800" dirty="0"/>
          </a:p>
        </p:txBody>
      </p:sp>
      <p:pic>
        <p:nvPicPr>
          <p:cNvPr id="8" name="Image 0" descr="/sessions/funny-hopeful-goldberg/mnt/biochemistry/assets/redrawn/w06_activation_labe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0864" y="1188720"/>
            <a:ext cx="7507224" cy="42245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5778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Tưởng tượng phản ứng phải trèo qua một ngọn núi.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山的三件事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điều về ngọn núi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6 週 · Hóa sinh — Tuần 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34290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37360"/>
            <a:ext cx="73152" cy="228600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18470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山有多高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304288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活化能。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越高,反應越慢。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0976" y="3611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Núi cao = phản ứng chậm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1737360"/>
            <a:ext cx="34290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1737360"/>
            <a:ext cx="73152" cy="228600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14" name="Text 12"/>
          <p:cNvSpPr/>
          <p:nvPr/>
        </p:nvSpPr>
        <p:spPr>
          <a:xfrm>
            <a:off x="4608576" y="18470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山頂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08576" y="2304288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過渡態。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最不穩定的那一刻。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08576" y="3611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Đỉnh núi = trạng thái chuyển tiếp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1737360"/>
            <a:ext cx="34290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0" y="1737360"/>
            <a:ext cx="73152" cy="2286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9" name="Text 17"/>
          <p:cNvSpPr/>
          <p:nvPr/>
        </p:nvSpPr>
        <p:spPr>
          <a:xfrm>
            <a:off x="8266176" y="18470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酵素做什麼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66176" y="2304288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挖一條隧道。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山變矮 → 反應變快。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66176" y="3611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 đào hầm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4480560"/>
            <a:ext cx="10744200" cy="128016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97280" y="4709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酵素挖隧道,不是把山搬走。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097280" y="5303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 đào hầm, không dời núi.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今天最重要的一句話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quan trọng nhất hôm nay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6 週 · Hóa sinh — Tuần 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10744200" cy="173736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2011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山的兩邊高度,沒有變。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097280" y="2743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bên núi cao như cũ. Enzyme KHÔNG đổi ΔG.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840480"/>
            <a:ext cx="73152" cy="182880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9502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酵素改變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50976" y="440740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「多快」。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0976" y="52578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 đổi: NHANH bao nhiêu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84048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3840480"/>
            <a:ext cx="73152" cy="18288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7" name="Text 15"/>
          <p:cNvSpPr/>
          <p:nvPr/>
        </p:nvSpPr>
        <p:spPr>
          <a:xfrm>
            <a:off x="6345936" y="39502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酵素不改變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45936" y="440740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「會不會發生」。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45936" y="52578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đổi: có xảy ra hay không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活性部位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tâm hoạt động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6 週 · Hóa sinh — Tuần 6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9270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00100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活性部位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酵素上一個小凹槽。受質就抓在這裡。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很小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整個酵素有幾百個胺基酸,活性部位只用到幾個。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專一性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一個酵素通常只認一種受質。像鑰匙只開一個鎖。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為什麼只認一種?形狀、電荷、氫鍵都要對得上。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40080" y="54406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那是第 3、4 週的側鏈在工作。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誘導契合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Khớp cảm ứng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6 週 · Hóa sinh — Tuần 6</a:t>
            </a:r>
            <a:endParaRPr lang="en-US" sz="1000" dirty="0"/>
          </a:p>
        </p:txBody>
      </p:sp>
      <p:pic>
        <p:nvPicPr>
          <p:cNvPr id="7" name="Image 0" descr="/sessions/funny-hopeful-goldberg/mnt/biochemistry/assets/redrawn/w06_induced_fit_labe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170432"/>
            <a:ext cx="7991856" cy="44988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8338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鎖與鑰匙:酵素是硬的,不會變。舊的想法。   |    誘導契合:酵素會變形,包住受質。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看這張圖的重點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chính khi nhìn hình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6 週 · Hóa sinh — Tuần 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10744200" cy="173736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2194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要看得出酵素「形狀變了」。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097280" y="29260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thấy được enzyme ĐỔI HÌNH DẠNG.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10744200" cy="1188720"/>
          </a:xfrm>
          <a:prstGeom prst="rect">
            <a:avLst/>
          </a:prstGeom>
          <a:solidFill>
            <a:srgbClr val="FFE8E0"/>
          </a:solidFill>
          <a:ln w="19050">
            <a:solidFill>
              <a:srgbClr val="C853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297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沒變的話,這張圖就沒有意義。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酵素的幫手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Trợ thủ của enzyme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6 週 · Hóa sinh — Tuần 6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9270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474720"/>
                <a:gridCol w="416052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名稱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例子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是什麼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輔因子 Cofactor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總稱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所有幫手都叫這個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金屬離子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Zn²⁺、Mg²⁺、Fe²⁺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無機的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輔酶 Coenzyme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NADH、CoA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有機的,會跑來跑去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輔基 Nhóm ngoại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血基質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有機的,黏很緊不會走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1663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血基質 = 上週的那個。它是血紅素的輔基。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為什麼要吃維生素?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phải ăn vitamin?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6 週 · Hóa sinh — Tuần 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92024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1945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沒有維生素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vitamin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24231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566160" y="192024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0" y="21945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沒有輔酶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65760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coenzyme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89320" y="24231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355080" y="192024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21945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酵素不能工作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4652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 không làm việc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78240" y="24231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9144000" y="192024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C8532B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35440" y="21945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生病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23544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Bệnh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39319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身體自己做不出維生素,只能吃。 Cơ thể không tự tạo được → phải ăn.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31520" y="4572000"/>
            <a:ext cx="10744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4572000"/>
            <a:ext cx="73152" cy="128016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25" name="Text 23"/>
          <p:cNvSpPr/>
          <p:nvPr/>
        </p:nvSpPr>
        <p:spPr>
          <a:xfrm>
            <a:off x="950976" y="46817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之後會用到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50976" y="513892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維生素 B₃ → NAD⁺(第 13 週糖解一直用)。維生素 B₁ → 丙酮酸去氫酶(第 14 週)。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50976" y="54406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B₃ → NAD⁺, vitamin B₁ → pyruvate dehydrogenase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酶原:先做好,不啟動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 enzyme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6 週 · Hóa sinh — Tuần 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有些酵素太危險,一做出來就啟動會把自己的細胞吃掉。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77240" y="237744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胃蛋白酶原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429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Pepsinogen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28803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566160" y="237744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送到胃裡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3429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Đến dạ dày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89320" y="28803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355080" y="237744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胃酸切一刀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3429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dạ dày cắt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78240" y="28803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9144000" y="237744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C8532B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3544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胃蛋白酶啟動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35440" y="3429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Pepsin hoạt động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4389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先做成「還沒啟動」的版本,送到該去的地方,再切一刀啟動。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練習:看圖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tập: Nhìn hình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6 週 · Hóa sinh — Tuần 6</a:t>
            </a:r>
            <a:endParaRPr lang="en-US" sz="1000" dirty="0"/>
          </a:p>
        </p:txBody>
      </p:sp>
      <p:pic>
        <p:nvPicPr>
          <p:cNvPr id="7" name="Image 0" descr="/sessions/funny-hopeful-goldberg/mnt/biochemistry/assets/redrawn/w06_activation_labe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2192" y="1207008"/>
            <a:ext cx="4553712" cy="2560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9319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在活化能圖上指出 Chỉ ra trên hình: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77240" y="4480560"/>
            <a:ext cx="251460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44805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過渡態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3520440" y="4480560"/>
            <a:ext cx="251460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520440" y="44805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無酵素的活化能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263640" y="4480560"/>
            <a:ext cx="251460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63640" y="44805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有酵素的活化能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9006840" y="4480560"/>
            <a:ext cx="251460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006840" y="44805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ΔG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練習:對或錯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tập: Đúng hay sai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6 週 · Hóa sinh — Tuần 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600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00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77440" y="1600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酵素會改變反應的 ΔG。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777240" y="2743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743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43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77440" y="2743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酵素讓不可能發生的反應變得可能。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777240" y="3886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886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86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377440" y="3886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活性部位通常只佔酵素的一小部分。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777240" y="5029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029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29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377440" y="5029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維生素是很多輔酶的原料。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想一想:酵素把反應加快一百萬倍。反過來的反應有沒有變快?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下週 · Tuần sau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酵素(二):動力學與抑制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097280" y="2651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 (2): động học và chất ức chế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97280" y="3383280"/>
            <a:ext cx="2926080" cy="0"/>
          </a:xfrm>
          <a:prstGeom prst="line">
            <a:avLst/>
          </a:prstGeom>
          <a:noFill/>
          <a:ln w="31750">
            <a:solidFill>
              <a:srgbClr val="C853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36301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課前:看詞彙表第 7 週(14 個詞)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40050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trước 14 từ của tuần 7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44531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小測:下週前 10 分鐘,考今天的詞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48280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5 câu, 10 phút đầu giờ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52760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提示:下週用曲線量「有多快」、「抓多緊」。很多藥物就是酵素抑制劑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565099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ý: nhiều thuốc là chất ức chế enzyme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2026-07-16T17:02:30Z</dcterms:created>
  <dcterms:modified xsi:type="dcterms:W3CDTF">2026-07-16T17:02:30Z</dcterms:modified>
</cp:coreProperties>
</file>