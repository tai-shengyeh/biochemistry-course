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17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代謝整合與激素調節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97280" y="356616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chuyển hóa và điều hòa hormone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學期的最後一塊拼圖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Mảnh ghép cuối cùng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17 週 · Hóa sinh — Tuần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938528"/>
            <a:ext cx="10012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三種燃料都學完了。誰決定「現在燒哪個」?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học 3 nhiên liệu. Ai quyết định đốt cái nào?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今天回答這個問題 —— 也把整學期串起來。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49808" y="4251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nay trả lời — và nối cả học kỳ lại.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陷阱:受體 vs 瘦體素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Bẫy: thụ thể vs leptin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17 週 · Hóa sinh — Tuần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744200" cy="118872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前兩個音節,完全一樣。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26080"/>
            <a:ext cx="73152" cy="20116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3035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受體 shòu tǐ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0976" y="349300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接收訊號的。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45262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Thụ thể = receptor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92608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926080"/>
            <a:ext cx="73152" cy="201168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3035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瘦體素 shòu tǐ sù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45936" y="349300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一種激素。告訴大腦你吃飽了。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5936" y="45262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Leptin = hormone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記法:「瘦」體素跟「瘦」有關。受體是「接受」訊號的。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17 週 · Hóa sinh — Tuần 17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1737360"/>
                <a:gridCol w="1737360"/>
                <a:gridCol w="2103120"/>
                <a:gridCol w="16002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激素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飽食狀態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Trạng thái 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 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Thụ thể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飢餓狀態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Trạng thái đói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Fasting 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胰島素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肝臟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升糖素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Glucagon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Glucagon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脂肪組織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mỡ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血糖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Đường huyết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glucose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糖尿病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Bệnh đái tháo đường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糖尿病也說 bệnh tiểu đường。胰島素、升糖素是國際名,不翻譯。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器官分工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 giữa các cơ quan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17 週 · Hóa sinh — Tuần 17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7_organs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864" y="1188720"/>
            <a:ext cx="7507224" cy="42245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每個器官做不同的事。肝是總指揮。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四個角色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vai trò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17 週 · Hóa sinh — Tuần 17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571500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器官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角色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做什麼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肝臟 Gan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總指揮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調節血糖,做酮體,做尿素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骨骼肌 Cơ xương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自己用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存肝醣,但只給自己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脂肪組織 Mô mỡ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倉庫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存脂肪,飢餓時放出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腦 Não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大客戶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只吃葡萄糖,不能燒脂肪酸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最重要的差別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biệt quan trọng nhất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17 週 · Hóa sinh — Tuần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28016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20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錯:運動時肌肉肝醣會補血糖。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401568"/>
            <a:ext cx="10012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對:肌肉的肝醣,只給肌肉自己用。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425196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Đúng: glycogen cơ chỉ dùng cho cơ.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10744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4937760"/>
            <a:ext cx="73152" cy="128016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50474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50976" y="55046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肌肉沒有葡萄糖-6-磷酸酶。少了它,葡萄糖出不了細胞。肝有,所以肝的肝醣能給全身。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KHÔNG có glucose-6-phosphatase. Gan có.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腦是特別的客戶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là khách đặc biệt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17 週 · Hóa sinh — Tuần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84708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脂肪酸過不了血腦障壁。腦不能燒脂肪。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béo không qua được hàng rào máu não.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所以飢餓時最大的難題是:怎麼繼續餵腦?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77240" y="4114800"/>
            <a:ext cx="3271418" cy="1554480"/>
          </a:xfrm>
          <a:prstGeom prst="roundRect">
            <a:avLst>
              <a:gd name="adj" fmla="val 5882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370832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肝醣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68680" y="52120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Glycogen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6946" y="45720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460138" y="4114800"/>
            <a:ext cx="3271418" cy="1554480"/>
          </a:xfrm>
          <a:prstGeom prst="roundRect">
            <a:avLst>
              <a:gd name="adj" fmla="val 5882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51578" y="4370832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醣質新生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51578" y="52120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Tân tạo glucose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49845" y="45720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143037" y="4114800"/>
            <a:ext cx="3271418" cy="1554480"/>
          </a:xfrm>
          <a:prstGeom prst="roundRect">
            <a:avLst>
              <a:gd name="adj" fmla="val 5882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34477" y="4370832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酮體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34477" y="521208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 ceton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酮體可以過血腦障壁。這就是第 16 週酮體的用途。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飽食 vs 飢餓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vs đói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17 週 · Hóa sinh — Tuần 17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7_fed_fasted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170432"/>
            <a:ext cx="7991856" cy="4498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338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飽食:胰島素:儲存。   |    飢餓:升糖素:動員。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兩個相反的模式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chế độ ngược nhau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17 週 · Hóa sinh — Tuần 17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27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34340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飽食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飢餓 Đói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主要激素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胰島素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升糖素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血糖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肝臟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吸收葡萄糖,做肝醣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放出葡萄糖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脂肪組織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儲存脂肪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放出脂肪酸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4754880"/>
            <a:ext cx="10744200" cy="10972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4956048"/>
            <a:ext cx="10012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胰島素 = 儲存。升糖素 = 動員。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097280" y="534924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= dự trữ. Glucagon = huy động.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怎麼下命令?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lệnh thế nào?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17 週 · Hóa sinh — Tuần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029968"/>
            <a:ext cx="10012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靠第 7 週的磷酸化開關。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88036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Nhờ công tắc phosphoryl hóa của tuần 7.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657600"/>
            <a:ext cx="73152" cy="18288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767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加磷酸 / 拿掉磷酸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422452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切換酵素:開或關。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50749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Thêm/bỏ phosphate → bật/tắt enzyme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6576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657600"/>
            <a:ext cx="73152" cy="18288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7673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422452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一個激素能同時控制很多酵素。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50749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hormone điều khiển nhiều enzyme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糖尿病:血糖控制壞掉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Đái tháo đường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17 週 · Hóa sinh — Tuần 17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27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97680"/>
                <a:gridCol w="44348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第一型 Type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第二型 Type 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胰島素做不出來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有胰島素,細胞不理它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原因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免疫破壞胰島細胞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長期肥胖 → 受體遲鈍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血糖高,細胞沒糖用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一樣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434840"/>
            <a:ext cx="10927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4434840"/>
            <a:ext cx="73152" cy="146304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" y="45445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週的伏筆,現在完整了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59536" y="50017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不能用葡萄糖 → 燒脂肪 → 酮體(酸)過多 → 血液 pH 下降 → 酮酸中毒。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9536" y="54864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được glucose → đốt mỡ → nhiễm toan ceton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整學期的一張圖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học kỳ trong 1 hình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17 週 · Hóa sinh — Tuần 17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27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7325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週次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學了什麼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蛋白質:結構決定功能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6–7 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酵素:讓反應變快,而且可以被調控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9–11 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其他分子:醣、脂質、核酸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12–16 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能量:三種燃料 → 乙醯CoA → 循環 → 電子鏈 → ATP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調控:誰決定燒哪個、什麼時候燒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生化不是一堆零散的路徑。它是一個工廠。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17 週 · Hóa sinh — Tuần 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肌肉的肝醣可以放出葡萄糖到血液。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胰島素的作用是儲存。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腦平常主要燒脂肪酸。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第二型糖尿病是因為做不出胰島素。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想一想:飢餓三天,你的腦在吃什麼?身體怎麼辦到的?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期末考(第 18 週)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cuối kỳ (Tuần 18)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範圍:第 9–17 週為主,含前段核心概念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vi: tuần 9–17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題型:標圖 40%、配對 20%、選擇 20%、計算 20%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Dạng đề: ghi nhãn, nối, chọn, tính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文字題可用中文/英文/越南語作答,不因語言扣分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trả lời bằng tiếng Việt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2026-07-16T17:02:36Z</dcterms:created>
  <dcterms:modified xsi:type="dcterms:W3CDTF">2026-07-16T17:02:36Z</dcterms:modified>
</cp:coreProperties>
</file>