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828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12 週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22860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生物能量學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1097280" y="3246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與 ATP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397764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lượng sinh học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週欠的帳,今天還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Trả nợ tuần 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193852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「酵素只降活化能,不改變 ΔG。」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097280" y="278892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chỉ hạ năng lượng hoạt hóa, không đổi ΔG.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當時 ΔG 還沒教。今天正式登場。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49808" y="4251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Lúc đó chưa học ΔG. Hôm nay chính thức.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先看詞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Từ vựng · 不用背,看過就好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1092708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1645920"/>
                <a:gridCol w="1737360"/>
                <a:gridCol w="187452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中文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Tiếng Việt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自由能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Năng lượng tự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energy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水解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thủy phân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Hydrolysis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Biến thiên NL tự 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氧化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oxy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Oxidation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放能反應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Phản ứng tỏa năng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Exergonic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還原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khử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吸能反應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Phản ứng thu năng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Endergonic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異化作用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Dị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Catabolism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能量耦合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Sự ghép cặp NL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Coupling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同化作用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Đồng hóa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Anabolism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異化 dị hóa(拆)、同化 đồng hóa(合)。dị / đồng 剛好相反,好記。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ΔG:自發還是不自發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phát hay không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2_deltaG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放能 ΔG &lt; 0:球從山上滾下來。自發。   |    吸能 ΔG &gt; 0:球要滾上山。不自發。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最重要的區別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quan trọng nhất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18872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87452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自發 ≠ 快。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3017520"/>
            <a:ext cx="73152" cy="201168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1" name="Text 9"/>
          <p:cNvSpPr/>
          <p:nvPr/>
        </p:nvSpPr>
        <p:spPr>
          <a:xfrm>
            <a:off x="950976" y="3127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決定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50976" y="35844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「會不會」發生。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" y="4617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ΔG: CÓ xảy ra không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3017520"/>
            <a:ext cx="534924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3017520"/>
            <a:ext cx="73152" cy="2011680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312724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活化能決定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45936" y="3584448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「多快」。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45936" y="4617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Năng lượng hoạt hóa: NHANH bao nhiêu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5303520"/>
            <a:ext cx="10744200" cy="100584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7280" y="5504688"/>
            <a:ext cx="10012680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酵素只動後者。這就是第 6 週那句話的完整版。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1097280" y="580644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Enzyme chỉ đổi cái sau.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ATP:能量貨幣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ATP: đồng tiền năng lượng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pic>
        <p:nvPicPr>
          <p:cNvPr id="7" name="Image 0" descr="/sessions/funny-hopeful-goldberg/mnt/biochemistry/assets/redrawn/w12_atp_cycl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0" y="1170432"/>
            <a:ext cx="7991856" cy="44988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583387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→ ADP + Pi:放能。細胞用它做事。   |    ADP + Pi → ATP:吸能。從食物充電。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迷思:「高能磷酸鍵」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Hiểu lầm: liên kết cao năng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10744200" cy="1280160"/>
          </a:xfrm>
          <a:prstGeom prst="rect">
            <a:avLst/>
          </a:prstGeom>
          <a:solidFill>
            <a:srgbClr val="FFE8E0"/>
          </a:solidFill>
          <a:ln w="19050">
            <a:solidFill>
              <a:srgbClr val="C853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錯:能量「裝在鍵裡面」。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10744200" cy="164592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97280" y="3401568"/>
            <a:ext cx="1001268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對:切開後,產物比較穩定。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43434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Đúng: sau khi cắt, sản phẩm ổn định hơn.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那個「穩定度的差」,就是放出來的能量。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能量耦合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ghép cặp năng lượng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細胞怎麼做「不自發」的事?綁一個放能反應。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9270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200400"/>
                <a:gridCol w="406908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情況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會發生嗎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反應 A 單獨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不會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ATP 水解單獨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會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綁在一起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C853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會!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放能的付錢,吸能的搭便車。整個生化都這樣運作。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氧化還原:電子的搬運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 hóa khử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737360"/>
            <a:ext cx="73152" cy="2103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95097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氧化 Oxy hóa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失去電子。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5097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Mất electron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737360"/>
            <a:ext cx="534924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737360"/>
            <a:ext cx="73152" cy="210312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14" name="Text 12"/>
          <p:cNvSpPr/>
          <p:nvPr/>
        </p:nvSpPr>
        <p:spPr>
          <a:xfrm>
            <a:off x="6345936" y="18470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還原 Khử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345936" y="2304288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得到電子。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45936" y="342900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electron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10744200" cy="1554480"/>
          </a:xfrm>
          <a:prstGeom prst="rect">
            <a:avLst/>
          </a:prstGeom>
          <a:solidFill>
            <a:srgbClr val="163C49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4407408"/>
            <a:ext cx="1001268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燒葡萄糖 = 把它氧化。電子交給 NADH。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1097280" y="5257800"/>
            <a:ext cx="10012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Đốt glucose = oxy hóa. Electron giao cho NADH.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那些電子最後送到第 15 週的電子傳遞鏈發電。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異化 vs 同化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 hóa vs đồng hóa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9270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343400"/>
              </a:tblGrid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異化 Dị hóa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同化 Đồng hóa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5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做什麼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拆解大分子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合成大分子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能量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放能(產 ATP)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吸能(耗 ATP)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例子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糖解(第 13 週)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做肝醣、做蛋白質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4937760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dị = 分開,đồng = 一起。越南語剛好相反,好記。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練習:判斷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Xác định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自發嗎? Tự phát không?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371600" y="2194560"/>
            <a:ext cx="4114800" cy="100584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371600" y="21945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= −20 kJ/mol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48463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0" y="21945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1371600" y="3474720"/>
            <a:ext cx="4114800" cy="100584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371600" y="347472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= +15 kJ/mol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943600" y="3474720"/>
            <a:ext cx="48463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3474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1371600" y="4754880"/>
            <a:ext cx="4114800" cy="1005840"/>
          </a:xfrm>
          <a:prstGeom prst="rect">
            <a:avLst/>
          </a:prstGeom>
          <a:solidFill>
            <a:srgbClr val="1F4E5F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371600" y="475488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= 0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5943600" y="4754880"/>
            <a:ext cx="4846320" cy="1005840"/>
          </a:xfrm>
          <a:prstGeom prst="rect">
            <a:avLst/>
          </a:prstGeom>
          <a:solidFill>
            <a:srgbClr val="FFFFFF"/>
          </a:solidFill>
          <a:ln w="15240">
            <a:solidFill>
              <a:srgbClr val="2E7D8A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47548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練習:對或錯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7772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7A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tập: Đúng hay sai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002975" y="64008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生物化學 第 12 週 · Hóa sinh — Tuần 12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1600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377440" y="1600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ΔG &lt; 0 的反應一定跑得很快。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777240" y="2743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43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77440" y="2743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能量存在 ATP 的磷酸鍵「裡面」。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777240" y="3886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886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氧化是失去電子。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777240" y="5029200"/>
            <a:ext cx="1060704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7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solidFill>
            <a:srgbClr val="2E7D8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029200"/>
            <a:ext cx="1371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/ X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377440" y="50292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異化作用會產生 ATP。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77240" y="617220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想一想:酵素能不能把 ΔG &gt; 0 的反應變成自發?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8532B"/>
          </a:solidFill>
          <a:ln/>
        </p:spPr>
      </p:sp>
      <p:sp>
        <p:nvSpPr>
          <p:cNvPr id="3" name="Text 1"/>
          <p:cNvSpPr/>
          <p:nvPr/>
        </p:nvSpPr>
        <p:spPr>
          <a:xfrm>
            <a:off x="109728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AE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 · Tuần sau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糖解作用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9728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Đường phân (Glycolysis)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3383280"/>
            <a:ext cx="2926080" cy="0"/>
          </a:xfrm>
          <a:prstGeom prst="line">
            <a:avLst/>
          </a:prstGeom>
          <a:noFill/>
          <a:ln w="31750">
            <a:solidFill>
              <a:srgbClr val="C853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36301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課前:看詞彙表第 13 週(15 個詞)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400507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Xem trước 15 từ của tuần 13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445312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小測:下週前 10 分鐘,考今天的詞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554480" y="482803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5 câu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5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554480" y="52760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提示:今天的耦合、氧化還原、ATP,下週全部一起用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554480" y="5650992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Gợi ý: tuần sau dùng hết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2026-07-16T17:02:33Z</dcterms:created>
  <dcterms:modified xsi:type="dcterms:W3CDTF">2026-07-16T17:02:33Z</dcterms:modified>
</cp:coreProperties>
</file>