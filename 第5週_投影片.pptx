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蛋白質功能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09728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肌紅素與血紅素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97280" y="397764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protein: myoglobin và hemoglobin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先接上週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Nối tiếp tuần trước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5 週 · Hóa sinh — Tuần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上週說:一條鏈 = 三級,很多條鏈 = 四級。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2057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今天這兩個各來一個。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743200"/>
            <a:ext cx="73152" cy="2103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1" name="Text 9"/>
          <p:cNvSpPr/>
          <p:nvPr/>
        </p:nvSpPr>
        <p:spPr>
          <a:xfrm>
            <a:off x="950976" y="2852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肌紅素 1 條鏈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50976" y="331012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只到三級結構。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在肌肉裡「存」氧。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44348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Myoglobin — 1 chuỗi, bậc 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74320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743200"/>
            <a:ext cx="73152" cy="210312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6" name="Text 14"/>
          <p:cNvSpPr/>
          <p:nvPr/>
        </p:nvSpPr>
        <p:spPr>
          <a:xfrm>
            <a:off x="6345936" y="2852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血紅素 4 條鏈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45936" y="331012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有四級結構。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在血裡「運」氧。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45936" y="44348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 — 4 chuỗi, bậc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同樣是抓氧。但因為鏈數不同,行為完全不一樣。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vựng · 不用背,看過就好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5 週 · Hóa sinh — Tuần 5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1645920"/>
                <a:gridCol w="1828800"/>
                <a:gridCol w="2011680"/>
                <a:gridCol w="15087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配位基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Phối tử (ligand)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協同性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Tính hợp tác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Cooperativity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結合位置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Vị trí gắn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Binding site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異位調節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Điều hòa dị lập thể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Allosteric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肌紅素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Myoglobin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Myoglobin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波耳效應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Hiệu ứng Bohr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Bohr effect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血紅素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Hemoglobin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Hemoglobin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解離常數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Hằng số phân li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血基質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 heme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鐮刀型貧血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Hồng cầu hình liềm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Sickle cell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氧合曲線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Đường cong gắn O₂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O₂ curve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抗體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Kháng thể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Antibody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血基質 heme = 工具。血紅素 hemoglobin = 整個蛋白質。不要搞混。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蛋白質要「抓」東西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phải BẮT thứ gì đó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5 週 · Hóa sinh — Tuần 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429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645920"/>
            <a:ext cx="73152" cy="219456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7556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配位基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212848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被抓住的東西。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氧氣、葡萄糖、藥物…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34290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Phối tử — thứ bị bắt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1645920"/>
            <a:ext cx="3429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645920"/>
            <a:ext cx="73152" cy="219456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4" name="Text 12"/>
          <p:cNvSpPr/>
          <p:nvPr/>
        </p:nvSpPr>
        <p:spPr>
          <a:xfrm>
            <a:off x="4608576" y="17556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結合位置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08576" y="2212848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抓它的地方。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08576" y="34290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 trí gắn — chỗ bắt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645920"/>
            <a:ext cx="3429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1645920"/>
            <a:ext cx="73152" cy="219456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9" name="Text 17"/>
          <p:cNvSpPr/>
          <p:nvPr/>
        </p:nvSpPr>
        <p:spPr>
          <a:xfrm>
            <a:off x="8266176" y="17556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66176" y="2212848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抓得多緊。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越小 = 抓越緊。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66176" y="34290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nhỏ = bám chặt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4206240"/>
            <a:ext cx="10744200" cy="146304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97280" y="4434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下週的酵素也是「抓」—— 只是它抓的叫受質。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09728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sau enzyme cũng BẮT — thứ nó bắt gọi là cơ chất.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血基質:抓氧的工具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heme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5 週 · Hóa sinh — Tuần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蛋白質本身抓不住氧。它需要一個工具。</a:t>
            </a:r>
            <a:endParaRPr lang="en-US" sz="2600" dirty="0"/>
          </a:p>
        </p:txBody>
      </p:sp>
      <p:pic>
        <p:nvPicPr>
          <p:cNvPr id="8" name="Image 0" descr="/sessions/funny-hopeful-goldberg/mnt/biochemistry/assets/redrawn/w05_heme_o2_labe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6584" y="1188720"/>
            <a:ext cx="7424928" cy="4178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一個環 + 中間一個鐵(Fe²⁺)。O₂ 接在鐵上面。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31520" y="55321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必須是 Fe²⁺。變成 Fe³⁺ 就抓不住氧了。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為什麼血是紅的?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máu màu đỏ?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5 週 · Hóa sinh — Tuần 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744200" cy="155448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1031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就是血基質的顏色。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097280" y="2743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 chính là màu của nhóm heme.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10744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840480"/>
            <a:ext cx="73152" cy="18288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順帶一提:缺鐵性貧血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0976" y="4407408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鐵不夠 → 血基質做不出來 → 血紅素做不出來 → 貧血。這是全世界最常見的營養問題。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0976" y="525780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sắt → không tạo được heme → thiếu máu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今天最重要的圖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quan trọng nhất hôm nay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5 週 · Hóa sinh — Tuần 5</a:t>
            </a:r>
            <a:endParaRPr lang="en-US" sz="1000" dirty="0"/>
          </a:p>
        </p:txBody>
      </p:sp>
      <p:pic>
        <p:nvPicPr>
          <p:cNvPr id="7" name="Image 0" descr="/sessions/funny-hopeful-goldberg/mnt/biochemistry/assets/redrawn/w05_o2_curves_labe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170432"/>
            <a:ext cx="7991856" cy="44988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8338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肌紅素:雙曲線。抓得很緊。   |    血紅素:S 型。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兩者比較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5 週 · Hóa sinh — Tuần 5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270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114800"/>
                <a:gridCol w="4617720"/>
              </a:tblGrid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肌紅素 Myoglobin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血紅素 Hemoglobin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形狀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雙曲線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型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抓氧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抓得很緊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 pO₂ 放掉,高 pO₂ 抓住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工作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在肌肉裡「存」氧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在血裡「運」氧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鏈數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條 → 三級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條 → 四級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為什麼血紅素不能抓得跟肌紅素一樣緊?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關鍵問題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then chốt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5 週 · Hóa sinh — Tuần 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744200" cy="146304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9659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抓太緊 = 放不掉。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097280" y="26060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Bám quá chặt = không nhả được.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566160"/>
            <a:ext cx="73152" cy="210312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6758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血紅素要做兩件事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0976" y="413308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在肺裡「抓起來」。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在組織裡「放下去」。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0976" y="52578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ở phổi. Nhả ở mô.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56616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3566160"/>
            <a:ext cx="73152" cy="2103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7" name="Text 15"/>
          <p:cNvSpPr/>
          <p:nvPr/>
        </p:nvSpPr>
        <p:spPr>
          <a:xfrm>
            <a:off x="6345936" y="36758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抓太緊的話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45936" y="413308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到了組織也不放。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氧氣就送不到了。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45936" y="52578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Bám chặt → không giao được oxygen.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協同性:S 型怎麼來的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hợp tác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5 週 · Hóa sinh — Tuần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血紅素有四條鏈。它們會「互相通知」。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51560" y="228600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個 O₂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很難抓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5156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bắt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908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8600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抓到之後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0916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形狀改變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0916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hình dạng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2668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8366760" y="228600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C8532B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6676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2、3、4 個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6676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變得很容易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36676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hơn nhiều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5720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一個抓到,其他三個就變容易 —— 像團隊合作。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49808" y="5120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cái bắt được → 3 cái kia dễ hơn. Như làm việc nhóm.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型 = 開關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chữ S = công tắc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5 週 · Hóa sinh — Tuần 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645920"/>
            <a:ext cx="73152" cy="2103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7556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在肺裡(pO₂ 高)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21284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抓了第一個,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其他三個馬上跟上。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快速裝滿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33375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Ở phổi: nạp đầy nhanh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645920"/>
            <a:ext cx="73152" cy="210312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7556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在組織裡(pO₂ 低)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5936" y="221284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放掉第一個,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其他三個也跟著放。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快速卸貨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5936" y="33375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Ở mô: dỡ hàng nhanh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10744200" cy="164592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4343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一點點 pO₂ 的差別 → 很大的裝卸差別。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097280" y="4983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肌紅素的雙曲線做不到。但那正是它的工作:在肌肉裡等,等到你運動才放。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波耳效應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ứng Bohr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5 週 · Hóa sinh — Tuần 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運動中的肌肉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đang vận động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26060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566160" y="201168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產生 CO₂、乳酸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CO₂, lactate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89320" y="26060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355080" y="201168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下降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giảm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78240" y="26060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9144000" y="201168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C8532B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3544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血紅素放掉氧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3544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 nhả O₂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1148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剛好就是需要氧的地方,氧就送到了。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77240" y="4709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這是第 2 週的 pH 在這裡的用途。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鐮刀型貧血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máu hồng cầu hình liềm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5 週 · Hóa sinh — Tuần 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744200" cy="137160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8745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β鏈 第 6 個胺基酸:麩胺酸 → 纈胺酸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24871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 (帶負電) → Val (非極性)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51560" y="338328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週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977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側鏈變非極性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14300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Mạch bên → kỵ nước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6908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4709160" y="338328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週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0600" y="3977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表面出現疏水區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80060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Bề mặt kỵ nước → dính nhau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2668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366760" y="338328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C8532B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6676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週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58200" y="3977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紅血球變鐮刀形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45820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Hồng cầu biến dạng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574 個胺基酸,錯一個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574 amino acid, sai MỘT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5 週 · Hóa sinh — Tuần 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744200" cy="1737360"/>
          </a:xfrm>
          <a:prstGeom prst="rect">
            <a:avLst/>
          </a:prstGeom>
          <a:solidFill>
            <a:srgbClr val="FFE8E0"/>
          </a:solidFill>
          <a:ln w="25400">
            <a:solidFill>
              <a:srgbClr val="C853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103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就一個。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097280" y="2834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結果:整個蛋白質的行為改變,整顆紅血球變形,人會生病。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3931920"/>
            <a:ext cx="10744200" cy="173736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42062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一級結構決定一切。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97280" y="48920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這句話從第 4 週講到現在。這就是它的證據。 Đây là bằng chứng.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練習:看圖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Nhìn hình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5 週 · Hóa sinh — Tuần 5</a:t>
            </a:r>
            <a:endParaRPr lang="en-US" sz="1000" dirty="0"/>
          </a:p>
        </p:txBody>
      </p:sp>
      <p:pic>
        <p:nvPicPr>
          <p:cNvPr id="7" name="Image 0" descr="/sessions/funny-hopeful-goldberg/mnt/biochemistry/assets/redrawn/w05_o2_curves_labe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2192" y="1207008"/>
            <a:ext cx="4553712" cy="2560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9319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在圖上指出 Chỉ ra trên hình: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77240" y="4480560"/>
            <a:ext cx="25146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44805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肌紅素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520440" y="4480560"/>
            <a:ext cx="25146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520440" y="44805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血紅素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263640" y="4480560"/>
            <a:ext cx="25146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63640" y="44805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肺的 pO₂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9006840" y="4480560"/>
            <a:ext cx="25146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006840" y="44805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組織的 pO₂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練習:對或錯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Đúng hay sai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5 週 · Hóa sinh — Tuần 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77440" y="1600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肌紅素有四級結構。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77440" y="2743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血紅素抓氧比肌紅素緊。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77440" y="3886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協同性讓血紅素的曲線變成 S 型。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777240" y="5029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377440" y="5029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鐮刀型貧血是因為胜肽鍵斷掉。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想一想:如果血紅素抓氧跟肌紅素一樣緊,會發生什麼事?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 · Tuần sau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酵素(一):催化原理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(1): nguyên lý xúc tác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338328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36301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課前:看詞彙表第 6 週(15 個詞)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40050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trước 15 từ của tuần 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4453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課前:看 Manga Guide 第 4 章,只看圖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54480" y="4828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Manga Guide chương 4 — chỉ xem hình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52760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提示:今天的「抓配位基」→ 下週「抓受質」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554480" y="565099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ý: bắt phối tử → bắt cơ chất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2026-07-16T17:02:29Z</dcterms:created>
  <dcterms:modified xsi:type="dcterms:W3CDTF">2026-07-16T17:02:29Z</dcterms:modified>
</cp:coreProperties>
</file>