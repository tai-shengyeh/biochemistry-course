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檸檬酸循環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97280" y="356616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trình acid citric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故事接下去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chuyện tiếp tục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63347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葡萄糖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46222" y="29718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39414" y="237744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0854" y="263347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丙酮酸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0854" y="37490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Pyruvate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08396" y="29718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1588" y="237744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3028" y="263347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乙醯CoA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93028" y="37490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Acetyl-CoA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70569" y="2971800"/>
            <a:ext cx="37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63761" y="2377440"/>
            <a:ext cx="2350694" cy="1828800"/>
          </a:xfrm>
          <a:prstGeom prst="roundRect">
            <a:avLst>
              <a:gd name="adj" fmla="val 5000"/>
            </a:avLst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55201" y="2633472"/>
            <a:ext cx="216781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進入循環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155201" y="3749040"/>
            <a:ext cx="21678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chu trình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今天:把碳徹底燒掉,收集電子。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三個名字,一個東西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tên, 1 thứ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73152" cy="219456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檸檬酸循環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957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Citric acid cycle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trình acid citric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828800"/>
            <a:ext cx="73152" cy="219456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克氏循環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08576" y="23957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Krebs 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trình Krebs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429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828800"/>
            <a:ext cx="73152" cy="219456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6176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 循環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66176" y="2395728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三羧酸循環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66176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thứ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10744200" cy="11887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590288"/>
            <a:ext cx="1001268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看到哪個名字,都是這一個循環。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097280" y="5074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 tên nào cũng là chu trình này.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1828800"/>
                <a:gridCol w="1737360"/>
                <a:gridCol w="173736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檸檬酸循環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 trình acid citric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Citric acid cycle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去羧作用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khử carboxyl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Decarboxylation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乙醯輔酶A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Acetyl-CoA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Acetyl-CoA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草醯乙酸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Oxaloacetate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Oxaloacetate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丙酮酸去氫酶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PDH complex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回補反應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PƯ bổ sung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Anaplerotic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檸檬酸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FADH₂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FADH₂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α-酮戊二酸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α-ketoglutarate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α-KG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循環一圈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vòng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4_tca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188720"/>
            <a:ext cx="7443216" cy="4187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5412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入口:乙醯CoA + 草醯乙酸 → 檸檬酸。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070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Vào: acetyl-CoA + oxaloacetate → citrate.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一圈的產物:記牢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1 vòng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2514600" cy="1645920"/>
          </a:xfrm>
          <a:prstGeom prst="rect">
            <a:avLst/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011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NADH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514600" cy="1645920"/>
          </a:xfrm>
          <a:prstGeom prst="rect">
            <a:avLst/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2011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FADH₂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2514600" cy="1645920"/>
          </a:xfrm>
          <a:prstGeom prst="rect">
            <a:avLst/>
          </a:prstGeom>
          <a:solidFill>
            <a:srgbClr val="2E7D8A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011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GTP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9006840" y="2011680"/>
            <a:ext cx="2514600" cy="1645920"/>
          </a:xfrm>
          <a:prstGeom prst="rect">
            <a:avLst/>
          </a:prstGeom>
          <a:solidFill>
            <a:srgbClr val="C8532B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0116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CO₂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10744200" cy="137160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4224528"/>
            <a:ext cx="10012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NADH、FADH₂ 帶電子,下週送去發電。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097280" y="4892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NADH, FADH₂ mang electron → tuần sau phát điện.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為什麼叫「循環」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gọi là chu trình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4630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847088"/>
            <a:ext cx="10012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草醯乙酸最後又生回來。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Oxaloacetate được tái tạo ở cuối.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82880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2" name="Text 10"/>
          <p:cNvSpPr/>
          <p:nvPr/>
        </p:nvSpPr>
        <p:spPr>
          <a:xfrm>
            <a:off x="95097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所以可以再轉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097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再接下一個乙醯CoA。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097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nhận acetyl-CoA mới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383280"/>
            <a:ext cx="73152" cy="182880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34930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中間物也是原料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39502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可拿去做胺基酸(兩性途徑)。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5936" y="48006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Cũng làm nguyên liệu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整條路線盤點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đường đi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2708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355080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產物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糖解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ATP + 2 NADH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丙酮酸 → 乙醯CoA (×2)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NADH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檸檬酸循環 (轉兩圈)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NADH + 2 FADH₂ + 2 GTP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下一步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NADH、FADH₂ 送去第 15 週發電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練習:盤點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Đếm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檸檬酸循環轉一圈,做出: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194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NADH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194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個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474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FADH₂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3474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475488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943600" y="475488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個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14 週 · Hóa sinh — Tuần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乙醯CoA 有 2 個碳。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一圈循環產生 3 個 FADH₂。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草醯乙酸在循環後會再生。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檸檬酸循環會放出 CO₂。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想一想:一直拿走中間物,循環會怎樣?怎麼補救?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氧化磷酸化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Phosphoryl hóa oxy hóa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15 週(17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17 từ của tuần 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提示:今天的 NADH、FADH₂,下週拿去發電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NADH/FADH₂ → phát điện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2026-07-16T17:02:35Z</dcterms:created>
  <dcterms:modified xsi:type="dcterms:W3CDTF">2026-07-16T17:02:35Z</dcterms:modified>
</cp:coreProperties>
</file>