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28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15 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氧化磷酸化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09728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與電子傳遞鏈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3977640"/>
            <a:ext cx="2926080" cy="0"/>
          </a:xfrm>
          <a:prstGeom prst="line">
            <a:avLst/>
          </a:prstGeom>
          <a:noFill/>
          <a:ln w="31750">
            <a:solidFill>
              <a:srgbClr val="C853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206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Phosphoryl hóa oxy hóa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終於發電了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Cuối cùng cũng phát điện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15 週 · Hóa sinh — Tuần 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10744200" cy="155448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938528"/>
            <a:ext cx="1001268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前面做了一堆 NADH、FADH₂。今天收成。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97280" y="278892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tạo nhiều NADH, FADH₂. Hôm nay thu hoạch.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真正的 ATP,大部分在這裡才產生。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先看詞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vựng · 不用背,看過就好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15 週 · Hóa sinh — Tuần 15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270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1463040"/>
                <a:gridCol w="1737360"/>
                <a:gridCol w="1828800"/>
                <a:gridCol w="14630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Tiếng Việt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Tiếng Việt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氧化磷酸化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Phosphoryl hóa oxy hóa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OxPhos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化學滲透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Thẩm thấu hóa học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Chemiosmosis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電子傳遞鏈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Chuỗi vận chuyển điện tử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ATP合成酶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ATP synthase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ATP synthase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複合體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Phức hợp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解偶聯劑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Chất tách cặp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Uncoupler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質子梯度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proton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Proton gradient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氰化物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Cyanide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Cyanide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泛醌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Ubiquinone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細胞色素c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Cytochrome 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Cyt 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電子傳遞鏈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Chuỗi vận chuyển điện tử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15 週 · Hóa sinh — Tuần 15</a:t>
            </a:r>
            <a:endParaRPr lang="en-US" sz="1000" dirty="0"/>
          </a:p>
        </p:txBody>
      </p:sp>
      <p:pic>
        <p:nvPicPr>
          <p:cNvPr id="7" name="Image 0" descr="/sessions/funny-hopeful-goldberg/mnt/biochemistry/assets/redrawn/w15_etc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0864" y="1188720"/>
            <a:ext cx="7507224" cy="42245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55778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電子接力:I/II → Q → III → cyt c → IV → 氧氣(變水)。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複合體 II 不泵質子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II KHÔNG bơm proton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15 週 · Hóa sinh — Tuần 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10744200" cy="1280160"/>
          </a:xfrm>
          <a:prstGeom prst="rect">
            <a:avLst/>
          </a:prstGeom>
          <a:solidFill>
            <a:srgbClr val="FFE8E0"/>
          </a:solidFill>
          <a:ln w="19050">
            <a:solidFill>
              <a:srgbClr val="C853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011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泵質子的只有 I、III、IV。II 不泵。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10744200" cy="155448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3493008"/>
            <a:ext cx="1001268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所以 FADH₂ 產的 ATP 比 NADH 少。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434340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FADH₂ tạo ít ATP hơn NADH.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因為 FADH₂ 從複合體 II 進來,少經過一個泵。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化學滲透:梯度變 ATP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Thẩm thấu hóa học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15 週 · Hóa sinh — Tuần 15</a:t>
            </a:r>
            <a:endParaRPr lang="en-US" sz="1000" dirty="0"/>
          </a:p>
        </p:txBody>
      </p:sp>
      <p:pic>
        <p:nvPicPr>
          <p:cNvPr id="7" name="Image 0" descr="/sessions/funny-hopeful-goldberg/mnt/biochemistry/assets/redrawn/w15_chemiosmosis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1188720"/>
            <a:ext cx="7443216" cy="41879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54126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質子泵到膜間隙(蓄水)→ 流回時經 ATP 合成酶(水閘)→ 做 ATP。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590702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Bơm proton (tích nước) → chảy về qua ATP synthase → tạo ATP.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這是第 10 週的梯度,反過來用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tuần 10, dùng ngược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15 週 · Hóa sinh — Tuần 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349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737360"/>
            <a:ext cx="73152" cy="2103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9" name="Text 7"/>
          <p:cNvSpPr/>
          <p:nvPr/>
        </p:nvSpPr>
        <p:spPr>
          <a:xfrm>
            <a:off x="950976" y="18470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10 週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230428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鈉鉀幫浦「建立」梯度。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0976" y="34290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10: tạo gradient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737360"/>
            <a:ext cx="5349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737360"/>
            <a:ext cx="73152" cy="210312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14" name="Text 12"/>
          <p:cNvSpPr/>
          <p:nvPr/>
        </p:nvSpPr>
        <p:spPr>
          <a:xfrm>
            <a:off x="6345936" y="18470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這週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45936" y="230428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ATP 合成酶「用」梯度。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45936" y="34290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này: dùng gradient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206240"/>
            <a:ext cx="10744200" cy="146304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97280" y="4407408"/>
            <a:ext cx="10012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同一個原理,反過來用。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097280" y="516636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nguyên lý, dùng ngược lại.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為什麼氰化物致命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cyanide gây chết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15 週 · Hóa sinh — Tuần 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2011680"/>
            <a:ext cx="2350694" cy="1737360"/>
          </a:xfrm>
          <a:prstGeom prst="roundRect">
            <a:avLst>
              <a:gd name="adj" fmla="val 5263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267712"/>
            <a:ext cx="216781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氰化物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329184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Cyanide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46222" y="256032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539414" y="2011680"/>
            <a:ext cx="2350694" cy="1737360"/>
          </a:xfrm>
          <a:prstGeom prst="roundRect">
            <a:avLst>
              <a:gd name="adj" fmla="val 5263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30854" y="2267712"/>
            <a:ext cx="216781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擋複合體 IV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630854" y="329184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Chặn complex IV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08396" y="256032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301588" y="2011680"/>
            <a:ext cx="2350694" cy="1737360"/>
          </a:xfrm>
          <a:prstGeom prst="roundRect">
            <a:avLst>
              <a:gd name="adj" fmla="val 5263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93028" y="2267712"/>
            <a:ext cx="216781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電子塞住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393028" y="329184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kẹt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70569" y="256032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9063761" y="2011680"/>
            <a:ext cx="2350694" cy="1737360"/>
          </a:xfrm>
          <a:prstGeom prst="roundRect">
            <a:avLst>
              <a:gd name="adj" fmla="val 5263"/>
            </a:avLst>
          </a:prstGeom>
          <a:solidFill>
            <a:srgbClr val="C8532B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55201" y="2267712"/>
            <a:ext cx="216781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幾分鐘內死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155201" y="329184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Chết trong vài phút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4114800"/>
            <a:ext cx="107442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4114800"/>
            <a:ext cx="73152" cy="173736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24" name="Text 22"/>
          <p:cNvSpPr/>
          <p:nvPr/>
        </p:nvSpPr>
        <p:spPr>
          <a:xfrm>
            <a:off x="950976" y="42245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解偶聯劑:另一種毒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50976" y="468172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在膜上打洞 → 質子漏光 → 燒燃料但做不出 ATP → 發熱。有種減肥藥(DNP)就是,很多人熱死。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50976" y="544068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Chất tách cặp: đục màng → sinh nhiệt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大盤點:一個葡萄糖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Tổng: 1 glucose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15 週 · Hóa sinh — Tuần 15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2708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086600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階段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產物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糖解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ATP + 2 NADH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丙酮酸→乙醯CoA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NADH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檸檬酸循環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NADH + 2 FADH₂ + 2 GTP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C85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總計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C85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約 30–32 ATP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練習:排序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tập: Sắp xếp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15 週 · Hóa sinh — Tuần 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2560320"/>
            <a:ext cx="2350694" cy="1828800"/>
          </a:xfrm>
          <a:prstGeom prst="roundRect">
            <a:avLst>
              <a:gd name="adj" fmla="val 5000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816352"/>
            <a:ext cx="216781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NADH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393192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46222" y="315468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539414" y="2560320"/>
            <a:ext cx="2350694" cy="1828800"/>
          </a:xfrm>
          <a:prstGeom prst="roundRect">
            <a:avLst>
              <a:gd name="adj" fmla="val 5000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30854" y="2816352"/>
            <a:ext cx="216781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複合體 I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630854" y="393192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08396" y="315468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301588" y="2560320"/>
            <a:ext cx="2350694" cy="1828800"/>
          </a:xfrm>
          <a:prstGeom prst="roundRect">
            <a:avLst>
              <a:gd name="adj" fmla="val 5000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93028" y="2816352"/>
            <a:ext cx="216781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→ IV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393028" y="393192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→ IV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70569" y="315468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9063761" y="2560320"/>
            <a:ext cx="2350694" cy="1828800"/>
          </a:xfrm>
          <a:prstGeom prst="roundRect">
            <a:avLst>
              <a:gd name="adj" fmla="val 5000"/>
            </a:avLst>
          </a:prstGeom>
          <a:solidFill>
            <a:srgbClr val="C8532B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55201" y="2816352"/>
            <a:ext cx="216781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氧氣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155201" y="393192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4754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電子最後給誰?為什麼要呼吸? Electron cuối cùng cho ai?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練習:對或錯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tập: Đúng hay sai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15 週 · Hóa sinh — Tuần 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600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00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377440" y="1600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複合體 II 會泵質子。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77240" y="2743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743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43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377440" y="2743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氧氣是最終電子接受者。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" y="3886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886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86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377440" y="3886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ATP 合成酶靠質子流動來運轉。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77240" y="5029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029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029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377440" y="5029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氰化物擋住複合體 IV。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772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想一想:膜破洞讓質子漏光,還能做 ATP 嗎?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下週 · Tuần sau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脂肪酸與胺基酸代謝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2651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hóa acid béo &amp; amino acid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3383280"/>
            <a:ext cx="2926080" cy="0"/>
          </a:xfrm>
          <a:prstGeom prst="line">
            <a:avLst/>
          </a:prstGeom>
          <a:noFill/>
          <a:ln w="31750">
            <a:solidFill>
              <a:srgbClr val="C853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36301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課前:看詞彙表第 16 週(17 個詞)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54480" y="400507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trước 17 từ của tuần 16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44531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小測:下週前 10 分鐘,考今天的詞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554480" y="48280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5 câu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52760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提示:除了葡萄糖,脂肪也能燒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554480" y="565099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ý: không chỉ glucose, mỡ cũng đốt được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2026-07-16T17:02:35Z</dcterms:created>
  <dcterms:modified xsi:type="dcterms:W3CDTF">2026-07-16T17:02:35Z</dcterms:modified>
</cp:coreProperties>
</file>