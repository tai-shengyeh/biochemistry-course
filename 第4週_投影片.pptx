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蛋白質的三維結構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1097280" y="3474720"/>
            <a:ext cx="2926080" cy="0"/>
          </a:xfrm>
          <a:prstGeom prst="line">
            <a:avLst/>
          </a:prstGeom>
          <a:noFill/>
          <a:ln w="31750">
            <a:solidFill>
              <a:srgbClr val="C853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703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trúc protein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先接上週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Nối tiếp tuần trước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4 週 · Hóa sinh — Tuần 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上週講「零件」。這週講「零件怎麼變成機器」。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10744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377440"/>
            <a:ext cx="73152" cy="155448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0" name="Text 8"/>
          <p:cNvSpPr/>
          <p:nvPr/>
        </p:nvSpPr>
        <p:spPr>
          <a:xfrm>
            <a:off x="950976" y="24871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胜肽鍵是平面的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50976" y="2944368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主鏈只能在特定角度轉 → 所以只做得出 α螺旋 和 β摺板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50976" y="35204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Liên kết peptide phẳng → chỉ tạo được xoắn α và gấp nếp 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10744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14800"/>
            <a:ext cx="73152" cy="155448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5" name="Text 13"/>
          <p:cNvSpPr/>
          <p:nvPr/>
        </p:nvSpPr>
        <p:spPr>
          <a:xfrm>
            <a:off x="950976" y="42245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非極性側鏈疏水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50976" y="4681728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被水擠進蛋白質內部 → 這就是三級結構的成因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50976" y="525780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Mạch bên kỵ nước bị đẩy vào trong → cấu trúc bậc 3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先看詞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vựng · 不用背,看過就好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4 週 · Hóa sinh — Tuần 4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270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1737360"/>
                <a:gridCol w="1645920"/>
                <a:gridCol w="2011680"/>
                <a:gridCol w="16916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Tiếng Việt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Tiếng Việt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一級結構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Cấu trúc bậc một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摺疊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Sự cuộn gập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二級結構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Cấu trúc bậc hai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變性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Sự biến tính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Denaturation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三級結構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Cấu trúc bậc ba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Tertiary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次單元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Tiểu đơn vị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Subunit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四級結構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Cấu trúc bậc bốn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Quaternary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伴護蛋白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Chaperone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Chaperone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α螺旋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Xoắn alpha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 helix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球狀蛋白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Protein dạng cầu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Globular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β摺板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Gấp nếp beta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 sheet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膠原蛋白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Collagen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Collagen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越南語用序數:bậc một / hai / ba / bốn。中文用「一二三四級」。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四個層級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bậc cấu trúc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4 週 · Hóa sinh — Tuần 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像蓋房子:先有磚,才有牆,才有房間,才有大樓。</a:t>
            </a:r>
            <a:endParaRPr lang="en-US" sz="2600" dirty="0"/>
          </a:p>
        </p:txBody>
      </p:sp>
      <p:pic>
        <p:nvPicPr>
          <p:cNvPr id="8" name="Image 0" descr="/sessions/funny-hopeful-goldberg/mnt/biochemistry/assets/redrawn/w04_four_levels_labe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0864" y="1188720"/>
            <a:ext cx="7507224" cy="42245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Như xây nhà: gạch → tường → phòng → tòa nhà.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四個層級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bậc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4 週 · Hóa sinh — Tuần 4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270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017520"/>
                <a:gridCol w="2743200"/>
                <a:gridCol w="3429000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層級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是什麼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例子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靠什麼維持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一級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Bậc 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胺基酸的順序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Gly-Ala-Val-…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胜肽鍵(共價)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二級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Bậc 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局部的規則形狀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α螺旋、β摺板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主鏈氫鍵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三級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Bậc 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一條鏈的立體形狀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球狀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疏水作用、雙硫鍵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四級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Bậc 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很多條鏈組合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血紅素(4 條)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鏈與鏈之間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最常見的錯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 thường gặp nhất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4 週 · Hóa sinh — Tuần 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10744200" cy="1280160"/>
          </a:xfrm>
          <a:prstGeom prst="rect">
            <a:avLst/>
          </a:prstGeom>
          <a:solidFill>
            <a:srgbClr val="FFE8E0"/>
          </a:solidFill>
          <a:ln w="19050">
            <a:solidFill>
              <a:srgbClr val="C853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920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錯:一條鏈摺疊完 = 四級結構。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0744200" cy="146304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3429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對:一條鏈摺疊完 = 三級結構。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404164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四級結構一定要「很多條鏈」。 Bậc 4 phải có NHIỀU chuỗi.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4937760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4937760"/>
            <a:ext cx="73152" cy="137160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4" name="Text 12"/>
          <p:cNvSpPr/>
          <p:nvPr/>
        </p:nvSpPr>
        <p:spPr>
          <a:xfrm>
            <a:off x="950976" y="50474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肌紅素 1 條鏈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50976" y="55046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只到三級。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0976" y="58978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Myoglobin: 1 chuỗi → bậc 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4937760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4937760"/>
            <a:ext cx="73152" cy="13716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9" name="Text 17"/>
          <p:cNvSpPr/>
          <p:nvPr/>
        </p:nvSpPr>
        <p:spPr>
          <a:xfrm>
            <a:off x="6345936" y="50474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血紅素 4 條鏈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45936" y="55046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有四級。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45936" y="58978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Hemoglobin: 4 chuỗi → bậc 4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二級結構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trúc bậc hai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4 週 · Hóa sinh — Tuần 4</a:t>
            </a:r>
            <a:endParaRPr lang="en-US" sz="1000" dirty="0"/>
          </a:p>
        </p:txBody>
      </p:sp>
      <p:pic>
        <p:nvPicPr>
          <p:cNvPr id="7" name="Image 0" descr="/sessions/funny-hopeful-goldberg/mnt/biochemistry/assets/redrawn/w04_helix_sheet_labe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170432"/>
            <a:ext cx="7991856" cy="44988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8338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α螺旋:像彈簧、像樓梯。   |    β摺板:像摺紙、像百褶裙。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α螺旋 vs β摺板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4 週 · Hóa sinh — Tuần 4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270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97680"/>
                <a:gridCol w="425196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α螺旋 Xoắn α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β摺板 Gấp nếp β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形狀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像彈簧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像摺紙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氫鍵在哪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同一條鏈裡(n 與 n+4)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股與股之間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側鏈朝哪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朝外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上下交替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例子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角蛋白(頭髮)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絲蛋白(蠶絲)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6235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兩個都靠「主鏈」氫鍵,不是側鏈。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分工要記住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công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4 週 · Hóa sinh — Tuần 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3492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737360"/>
            <a:ext cx="73152" cy="228600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950976" y="18470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二級結構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2304288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只靠主鏈的 C=O 和 N—H。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跟側鏈是什麼無關。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0976" y="36118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Bậc 2: chỉ nhờ mạch chính.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53492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737360"/>
            <a:ext cx="73152" cy="22860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4" name="Text 12"/>
          <p:cNvSpPr/>
          <p:nvPr/>
        </p:nvSpPr>
        <p:spPr>
          <a:xfrm>
            <a:off x="6345936" y="18470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三級結構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45936" y="2304288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側鏈才出場。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疏水的躲進去。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45936" y="36118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Bậc 3: mạch bên mới xuất hiện.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389120"/>
            <a:ext cx="10744200" cy="137160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97280" y="4572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所以任何序列理論上都能形成 α螺旋。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097280" y="5166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Nên bất kỳ trình tự nào cũng có thể tạo xoắn α.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三級結構:為什麼摺成那樣?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gấp thành hình đó?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4 週 · Hóa sinh — Tuần 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0744200" cy="128016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7830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因為水。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097280" y="2377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nước.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53492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108960"/>
            <a:ext cx="73152" cy="201168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2186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蛋白質內部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50976" y="3675888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非極性側鏈。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疏水核心。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0976" y="47091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Bên trong: lõi kỵ nước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3108960"/>
            <a:ext cx="53492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3108960"/>
            <a:ext cx="73152" cy="201168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17" name="Text 15"/>
          <p:cNvSpPr/>
          <p:nvPr/>
        </p:nvSpPr>
        <p:spPr>
          <a:xfrm>
            <a:off x="6345936" y="32186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蛋白質表面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45936" y="3675888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極性、帶電側鏈。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碰水。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45936" y="47091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Bề mặt: phân cực, tiếp xúc nước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這是疏水效應第 3 次出現(第 2 週水、第 3 週側鏈、今天)。第 10 週細胞膜還有一次。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變性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biến tính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4 週 · Hóa sinh — Tuần 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0744200" cy="128016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7830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形狀壞掉 = 功能沒了。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097280" y="23957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dạng hỏng = mất chức năng.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最好的例子:煎蛋。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731520" y="393192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931920"/>
            <a:ext cx="73152" cy="182880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3" name="Text 11"/>
          <p:cNvSpPr/>
          <p:nvPr/>
        </p:nvSpPr>
        <p:spPr>
          <a:xfrm>
            <a:off x="950976" y="40416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生蛋白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50976" y="449884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透明的液體。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0976" y="534924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Lòng trắng sống: lỏng, trong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393192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3931920"/>
            <a:ext cx="73152" cy="18288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8" name="Text 16"/>
          <p:cNvSpPr/>
          <p:nvPr/>
        </p:nvSpPr>
        <p:spPr>
          <a:xfrm>
            <a:off x="6345936" y="40416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煎過的蛋白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45936" y="449884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白色固體。回不去了。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45936" y="534924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chiên: trắng, cứng, không hồi lại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什麼會造成變性?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Cái gì gây biến tính?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4 週 · Hóa sinh — Tuần 4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2708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931920"/>
                <a:gridCol w="3977640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原因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做了什麼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例子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加熱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打斷弱作用力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煎蛋、發燒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極端 pH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改變側鏈電荷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胃酸消化蛋白質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尿素、有機溶劑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破壞疏水核心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實驗室常用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0292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注意:全部都是弱作用力。 Chú ý: đều là tương tác yếu.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重點:一級結構沒壞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trúc bậc 1 không hỏng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4 週 · Hóa sinh — Tuần 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5349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645920"/>
            <a:ext cx="73152" cy="210312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9" name="Text 7"/>
          <p:cNvSpPr/>
          <p:nvPr/>
        </p:nvSpPr>
        <p:spPr>
          <a:xfrm>
            <a:off x="950976" y="17556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壞掉的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221284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二、三、四級。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弱作用力被打斷。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0976" y="33375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Bậc 2, 3, 4 hỏng.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645920"/>
            <a:ext cx="5349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645920"/>
            <a:ext cx="73152" cy="2103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4" name="Text 12"/>
          <p:cNvSpPr/>
          <p:nvPr/>
        </p:nvSpPr>
        <p:spPr>
          <a:xfrm>
            <a:off x="6345936" y="17556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沒壞的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45936" y="221284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一級。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胜肽鍵是共價鍵。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45936" y="33375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Bậc 1 còn — liên kết peptide còn.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114800"/>
            <a:ext cx="10744200" cy="164592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97280" y="4343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序列還在,資訊就還在。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097280" y="49834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所以有些蛋白質變性後可以復性(回復原狀)。 Nên một số protein có thể hồi tính.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兩種蛋白質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loại protein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4 週 · Hóa sinh — Tuần 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3492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737360"/>
            <a:ext cx="73152" cy="237744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950976" y="18470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纖維狀蛋白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2304288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長條的。做結構用。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膠原蛋白(皮膚、骨頭)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角蛋白(頭髮、指甲)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0976" y="37033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dạng sợi — cấu trúc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53492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737360"/>
            <a:ext cx="73152" cy="237744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4" name="Text 12"/>
          <p:cNvSpPr/>
          <p:nvPr/>
        </p:nvSpPr>
        <p:spPr>
          <a:xfrm>
            <a:off x="6345936" y="18470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球狀蛋白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45936" y="2304288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圓的。做事情用。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酵素、血紅素、抗體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45936" y="37033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dạng cầu — chức năng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480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下週的肌紅素和血紅素,都是球狀蛋白。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練習:配對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tập: Nối cột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4 週 · Hóa sinh — Tuần 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73736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F4E5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73736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一級結構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520440" y="173736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F4E5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173736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二級結構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263640" y="173736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F4E5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173736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三級結構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006840" y="173736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F4E5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173736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四級結構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77240" y="429768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2E7D8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429768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血紅素的 4 條鏈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3520440" y="429768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2E7D8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20440" y="429768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α螺旋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263640" y="429768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2E7D8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63640" y="429768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胺基酸順序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9006840" y="429768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2E7D8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006840" y="429768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疏水核心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77240" y="3063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把上面和下面配對。 Nối hàng trên với hàng dưới.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練習:對或錯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tập: Đúng hay sai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4 週 · Hóa sinh — Tuần 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600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00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377440" y="1600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一條多肽鏈摺疊完成後,就有四級結構。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77240" y="2743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743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43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377440" y="2743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α螺旋靠側鏈的氫鍵維持。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" y="3886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886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86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377440" y="3886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煎蛋時,蛋白質的胜肽鍵被打斷了。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77240" y="5029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029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029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377440" y="5029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非極性側鏈通常在蛋白質內部。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772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想一想:為什麼發高燒很危險?(提示:酵素是蛋白質)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下週 · Tuần sau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蛋白質功能:肌紅素與血紅素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97280" y="2651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protein: myoglobin và hemoglobin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3383280"/>
            <a:ext cx="2926080" cy="0"/>
          </a:xfrm>
          <a:prstGeom prst="line">
            <a:avLst/>
          </a:prstGeom>
          <a:noFill/>
          <a:ln w="31750">
            <a:solidFill>
              <a:srgbClr val="C853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36301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課前:看詞彙表第 5 週(15 個詞)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54480" y="40050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trước 15 từ của tuần 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44531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小測:下週前 10 分鐘,考今天的詞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554480" y="482803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5 câu, 10 phút đầu giờ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52760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提示:下週正好比較 1 條鏈 vs 4 條鏈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554480" y="565099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ý: 1 chuỗi vs 4 chuỗi — bậc 3 vs bậc 4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2026-07-16T17:02:29Z</dcterms:created>
  <dcterms:modified xsi:type="dcterms:W3CDTF">2026-07-16T17:02:29Z</dcterms:modified>
</cp:coreProperties>
</file>