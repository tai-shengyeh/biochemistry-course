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胺基酸與胜肽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1097280" y="3474720"/>
            <a:ext cx="2926080" cy="0"/>
          </a:xfrm>
          <a:prstGeom prst="line">
            <a:avLst/>
          </a:prstGeom>
          <a:noFill/>
          <a:ln w="31750">
            <a:solidFill>
              <a:srgbClr val="C853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703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Amino acid và peptide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先接上週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Nối tiếp tuần trước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3 週 · Hóa sinh — Tuần 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744200" cy="146304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783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上週學了 pKa。這週馬上用到。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097280" y="23774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trước học pKa. Tuần này dùng ngay.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胺基酸有兩個地方可以解離,所以有兩個 pKa。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4023360"/>
            <a:ext cx="73152" cy="182880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3" name="Text 11"/>
          <p:cNvSpPr/>
          <p:nvPr/>
        </p:nvSpPr>
        <p:spPr>
          <a:xfrm>
            <a:off x="950976" y="4133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胺基 —NH₃⁺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50976" y="459028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是鹼。可以接 H⁺。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0976" y="5440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amino — là base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402336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4023360"/>
            <a:ext cx="73152" cy="18288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8" name="Text 16"/>
          <p:cNvSpPr/>
          <p:nvPr/>
        </p:nvSpPr>
        <p:spPr>
          <a:xfrm>
            <a:off x="6345936" y="4133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羧基 —COO⁻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45936" y="459028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是酸。可以放 H⁺。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45936" y="5440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carboxyl — là acid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先看詞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vựng · 不用背,看過就好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3 週 · Hóa sinh — Tuần 3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270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03120"/>
                <a:gridCol w="1828800"/>
                <a:gridCol w="1737360"/>
                <a:gridCol w="196596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胺基酸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Amino acid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Amino acid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多肽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Polypeptide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Polypeptide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側鏈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Mạch bên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 chain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N端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Đầu 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N-terminus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胺基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Nhóm amino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Amino group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C端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Đầu 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C-terminus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羧基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Nhóm carboxyl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Carboxyl group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兩性離子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Ion lưỡng cực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Zwitterion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胜肽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Peptide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Peptide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等電點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Điểm đẳng điện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胜肽鍵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Liên kết peptide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Peptide bond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雙硫鍵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Liên kết disulfide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Disulfide bond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「胜肽」讀 shēng tài,不是 shèng —— 很多中文母語者也念錯。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胺基酸長什麼樣?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Amino acid trông thế nào?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3 週 · Hóa sinh — Tuần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種胺基酸,結構幾乎一樣。只有一個地方不同。</a:t>
            </a:r>
            <a:endParaRPr lang="en-US" sz="3000" dirty="0"/>
          </a:p>
        </p:txBody>
      </p:sp>
      <p:pic>
        <p:nvPicPr>
          <p:cNvPr id="8" name="Image 0" descr="/sessions/funny-hopeful-goldberg/mnt/biochemistry/assets/redrawn/w03_aa_general_labe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0864" y="1188720"/>
            <a:ext cx="7507224" cy="42245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那個地方叫「側鏈」。 Chỗ đó gọi là mạch bên (R).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四個部分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phần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3 週 · Hóa sinh — Tuần 3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270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017520"/>
                <a:gridCol w="470916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做什麼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α碳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Carbon α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中心。四個東西接在上面。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胺基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Nhóm amino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—NH₃⁺,是鹼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羧基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Nhóm carboxyl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—COO⁻,是酸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側鏈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Mạch bên (R)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種的唯一差別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5778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側鏈決定這個胺基酸的個性。 Mạch bên quyết định tính cách.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要畫成兩性離子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 vẽ dạng ion lưỡng cực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3 週 · Hóa sinh — Tuần 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0744200" cy="1188720"/>
          </a:xfrm>
          <a:prstGeom prst="rect">
            <a:avLst/>
          </a:prstGeom>
          <a:solidFill>
            <a:srgbClr val="FFE8E0"/>
          </a:solidFill>
          <a:ln w="19050">
            <a:solidFill>
              <a:srgbClr val="C853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920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錯: —NH₂ 和 —COOH(中性)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31520" y="3108960"/>
            <a:ext cx="10744200" cy="173736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對: —NH₃⁺ 和 —COO⁻(兩性離子)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097280" y="40233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pH 7.4 的體內,胺基抓了 H⁺,羧基放了 H⁺。同時有正電和負電。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考試請畫兩性離子。 Khi thi hãy vẽ dạng ion lưỡng cực.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種側鏈,分成四類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nhóm mạch bên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3 週 · Hóa sinh — Tuần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不要背 20 個結構。先記四類。</a:t>
            </a:r>
            <a:endParaRPr lang="en-US" sz="2600" dirty="0"/>
          </a:p>
        </p:txBody>
      </p:sp>
      <p:pic>
        <p:nvPicPr>
          <p:cNvPr id="8" name="Image 0" descr="/sessions/funny-hopeful-goldberg/mnt/biochemistry/assets/redrawn/w03_aa_classes_labe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0864" y="1188720"/>
            <a:ext cx="7507224" cy="42245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每一類的「個性」是什麼,比結構重要。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四類的個性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cách 4 nhóm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3 週 · Hóa sinh — Tuần 3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270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737360"/>
                <a:gridCol w="2286000"/>
                <a:gridCol w="4160520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類別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水溶性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在蛋白質裡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例子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非極性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phân cực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疏水性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躲在裡面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Gly, Ala, Val, Leu, Phe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極性不帶電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Phân cực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親水性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形成氫鍵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Ser, Thr, Cys, Asn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帶正電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Tích điện dương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親水性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鹼性側鏈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Lys, Arg, His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帶負電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Tích điện âm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親水性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酸性側鏈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Asp, Glu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806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上週的疏水效應在這裡用上了。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為什麼非極性躲在裡面?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nhóm không phân cực trốn vào trong?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3 週 · Hóa sinh — Tuần 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10744200" cy="1188720"/>
          </a:xfrm>
          <a:prstGeom prst="rect">
            <a:avLst/>
          </a:prstGeom>
          <a:solidFill>
            <a:srgbClr val="FFE8E0"/>
          </a:solidFill>
          <a:ln w="19050">
            <a:solidFill>
              <a:srgbClr val="C853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011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錯:因為它們喜歡彼此。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744200" cy="182880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3520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對:因為水把它們擠進去。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4160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Nước đẩy chúng vào trong. 跟上週油和水的道理完全一樣。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這個原因,第 4 週的蛋白質摺疊、第 10 週的細胞膜還會再用。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胜肽鍵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 kết peptide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3 週 · Hóa sinh — Tuần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羧基 + 胺基 → 脫掉一個水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9808" y="193852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carboxyl + nhóm amino → mất 1 phân tử nước</a:t>
            </a:r>
            <a:endParaRPr lang="en-US" sz="1600" dirty="0"/>
          </a:p>
        </p:txBody>
      </p:sp>
      <p:pic>
        <p:nvPicPr>
          <p:cNvPr id="9" name="Image 0" descr="/sessions/funny-hopeful-goldberg/mnt/biochemistry/assets/redrawn/w03_peptide_bond_labe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0864" y="1188720"/>
            <a:ext cx="7507224" cy="42245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54864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一定會跑出一個 H₂O。 Luôn tạo ra 1 H₂O.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胜肽鍵的三個重點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điểm quan trọng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3 週 · Hóa sinh — Tuần 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34290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600200"/>
            <a:ext cx="73152" cy="237744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17099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脫水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167128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一定跑出一個 H₂O。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0976" y="35661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Luôn tạo 1 H₂O.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1600200"/>
            <a:ext cx="34290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1600200"/>
            <a:ext cx="73152" cy="237744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14" name="Text 12"/>
          <p:cNvSpPr/>
          <p:nvPr/>
        </p:nvSpPr>
        <p:spPr>
          <a:xfrm>
            <a:off x="4608576" y="17099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平面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08576" y="2167128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C—N 鍵不能轉。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六個原子同一平面。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08576" y="35661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xoay được.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1600200"/>
            <a:ext cx="34290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0" y="1600200"/>
            <a:ext cx="73152" cy="237744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9" name="Text 17"/>
          <p:cNvSpPr/>
          <p:nvPr/>
        </p:nvSpPr>
        <p:spPr>
          <a:xfrm>
            <a:off x="8266176" y="17099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有方向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66176" y="2167128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N端 → C端。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序列一律這樣寫。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66176" y="35661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N → đầu C.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4343400"/>
            <a:ext cx="10744200" cy="137160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97280" y="4526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下週的 α螺旋、β摺板,都是因為這個平面。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09728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sau: xoắn α và gấp nếp β đều nhờ mặt phẳng này.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接幾個叫什麼?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Nối bao nhiêu thì gọi là gì?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3 週 · Hóa sinh — Tuần 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2103120"/>
            <a:ext cx="2377440" cy="2103120"/>
          </a:xfrm>
          <a:prstGeom prst="roundRect">
            <a:avLst>
              <a:gd name="adj" fmla="val 4348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二肽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77240" y="3474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Dipeptide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28346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566160" y="2103120"/>
            <a:ext cx="2377440" cy="2103120"/>
          </a:xfrm>
          <a:prstGeom prst="roundRect">
            <a:avLst>
              <a:gd name="adj" fmla="val 4348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6616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66160" y="2834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三肽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566160" y="3474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Tripeptide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89320" y="28346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355080" y="2103120"/>
            <a:ext cx="2377440" cy="2103120"/>
          </a:xfrm>
          <a:prstGeom prst="roundRect">
            <a:avLst>
              <a:gd name="adj" fmla="val 4348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 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55080" y="2834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多肽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355080" y="3474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Polypeptide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778240" y="28346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9144000" y="2103120"/>
            <a:ext cx="2377440" cy="2103120"/>
          </a:xfrm>
          <a:prstGeom prst="roundRect">
            <a:avLst>
              <a:gd name="adj" fmla="val 4348"/>
            </a:avLst>
          </a:prstGeom>
          <a:solidFill>
            <a:srgbClr val="C8532B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摺疊+有功能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144000" y="2834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蛋白質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9144000" y="3474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等電點 pI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đẳng điện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3 週 · Hóa sinh — Tuần 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744200" cy="118872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783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= 淨電荷剛好 0 的那個 pH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8720" y="2971800"/>
          <a:ext cx="97840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657600"/>
                <a:gridCol w="36576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發生什麼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淨電荷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C85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 &lt; pI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抓比較多 H⁺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帶正電 → 往負極跑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2E7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 = pI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正負剛好抵銷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不動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F4E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 &gt; pI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放掉比較多 H⁺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帶負電 → 往正極跑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188720" y="58978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這就是電泳(điện di)分離蛋白質的原理。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雙硫鍵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 kết disulfide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3 週 · Hóa sinh — Tuần 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3492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737360"/>
            <a:ext cx="73152" cy="219456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1847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 Cys 拉手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304288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半胱胺酸的 —SH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互相接起來。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0976" y="352044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Cys nối với nhau.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53492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737360"/>
            <a:ext cx="73152" cy="219456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4" name="Text 12"/>
          <p:cNvSpPr/>
          <p:nvPr/>
        </p:nvSpPr>
        <p:spPr>
          <a:xfrm>
            <a:off x="6345936" y="1847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很強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45936" y="2304288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不是弱作用力。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是真正的共價鍵。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45936" y="352044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 liên kết cộng hóa trị.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它把蛋白質「釘」住。頭髮、胰島素都靠它。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49808" y="4846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ghim protein lại. Tóc, insulin đều nhờ nó.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練習:分類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tập: Phân loại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3 週 · Hóa sinh — Tuần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3716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把這些側鏈歸類 Phân loại các mạch bên này: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2011680"/>
            <a:ext cx="32918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20116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057400" y="20116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43400" y="2011680"/>
            <a:ext cx="32918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26280" y="20116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623560" y="20116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909560" y="2011680"/>
            <a:ext cx="32918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92440" y="20116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189720" y="20116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77240" y="3383280"/>
            <a:ext cx="32918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3383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057400" y="3383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343400" y="3383280"/>
            <a:ext cx="32918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26280" y="3383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623560" y="3383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909560" y="3383280"/>
            <a:ext cx="32918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092440" y="3383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189720" y="3383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77240" y="49377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四類:非極性 / 極性不帶電 / 帶正電 / 帶負電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練習:對或錯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tập: Đúng hay sai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3 週 · Hóa sinh — Tuần 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600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00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377440" y="1600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種胺基酸的差別在 α碳。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777240" y="2743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743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43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77440" y="2743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形成胜肽鍵會產生一分子水。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777240" y="3886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886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86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377440" y="3886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胜肽鍵可以自由旋轉。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777240" y="5029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029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29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377440" y="5029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pH = pI 時,蛋白質在電泳中不移動。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7772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想一想:為什麼非極性側鏈躲在蛋白質內部?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下週 · Tuần sau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蛋白質的三維結構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2651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 protein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3383280"/>
            <a:ext cx="2926080" cy="0"/>
          </a:xfrm>
          <a:prstGeom prst="line">
            <a:avLst/>
          </a:prstGeom>
          <a:noFill/>
          <a:ln w="31750">
            <a:solidFill>
              <a:srgbClr val="C853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36301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課前:看詞彙表第 4 週(17 個詞)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54480" y="40050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trước 17 từ của tuần 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44531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小測:下週前 10 分鐘,考今天的詞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554480" y="48280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5 câu, 10 phút đầu giờ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52760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提示:今天的胜肽鍵平面,是下週 α螺旋的原因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554480" y="565099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ý: mặt phẳng peptide → xoắn α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2026-07-16T17:02:28Z</dcterms:created>
  <dcterms:modified xsi:type="dcterms:W3CDTF">2026-07-16T17:02:28Z</dcterms:modified>
</cp:coreProperties>
</file>