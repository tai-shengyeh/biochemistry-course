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生物化學是什麼?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細胞與生物分子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397764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môn Hóa sinh: tế bào và phân tử sinh học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今天做三件事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mục tiêu hôm nay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 週 · Hóa sinh — Tuần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856232"/>
            <a:ext cx="658368" cy="658368"/>
          </a:xfrm>
          <a:prstGeom prst="ellipse">
            <a:avLst/>
          </a:prstGeom>
          <a:solidFill>
            <a:srgbClr val="1F4E5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56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783080" y="1600200"/>
            <a:ext cx="950976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57400" y="17830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說出四大類生物分子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057400" y="228600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Nói tên 4 nhóm phân tử sinh học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273552"/>
            <a:ext cx="658368" cy="658368"/>
          </a:xfrm>
          <a:prstGeom prst="ellipse">
            <a:avLst/>
          </a:prstGeom>
          <a:solidFill>
            <a:srgbClr val="2E7D8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735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783080" y="3017520"/>
            <a:ext cx="950976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57400" y="320040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在圖上指出五個細胞構造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057400" y="370332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ra 5 cấu trúc tế bào trên hình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4690872"/>
            <a:ext cx="658368" cy="658368"/>
          </a:xfrm>
          <a:prstGeom prst="ellipse">
            <a:avLst/>
          </a:prstGeom>
          <a:solidFill>
            <a:srgbClr val="C8532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6908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1783080" y="4434840"/>
            <a:ext cx="950976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057400" y="461772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認得六個官能基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057400" y="512064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biết 6 nhóm chức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vựng trước · 不用背,看過就好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 週 · Hóa sinh — Tuần 1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1828800"/>
                <a:gridCol w="1737360"/>
                <a:gridCol w="18745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細胞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Tế bào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Nucleic acid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Nucleic acid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tử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Molecule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細胞核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Nhân tế bào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蛋白質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粒線體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 thể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Mitochondrion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碳水化合物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Carbohydrate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Carbohydrate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細胞膜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Màng tế bào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membrane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脂質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大分子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Đại phân tử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Macromolecule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官能基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 chức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group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單體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Đơn phân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Monomer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越南語的生化詞 ≈ 英文。你已經懂概念了 —— 只要學中文的說法。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生物化學是什麼?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sinh là gì?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 週 · Hóa sinh — Tuần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755648"/>
            <a:ext cx="10012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生物化學研究「生命的化學」。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sinh nghiên cứu hóa học của sự sống.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34290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383280"/>
            <a:ext cx="73152" cy="178308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4930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身體是分子做的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39502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 = 很多分子。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976" y="4754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thể được tạo từ phân tử.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3383280"/>
            <a:ext cx="34290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3383280"/>
            <a:ext cx="73152" cy="178308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4608576" y="34930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分子會反應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08576" y="39502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反應要能量。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08576" y="4754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tử phản ứng. Cần năng lượng.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3383280"/>
            <a:ext cx="34290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0" y="3383280"/>
            <a:ext cx="73152" cy="178308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22" name="Text 20"/>
          <p:cNvSpPr/>
          <p:nvPr/>
        </p:nvSpPr>
        <p:spPr>
          <a:xfrm>
            <a:off x="8266176" y="34930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生化研究這些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66176" y="39502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 + 反應。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66176" y="4754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sinh nghiên cứu chúng.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一個問題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câu hỏi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 週 · Hóa sinh — Tuần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你吃了飯。飯怎麼變成力氣?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ăn cơm. Cơm biến thành sức lực như thế nào?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3566160"/>
            <a:ext cx="2350694" cy="1371600"/>
          </a:xfrm>
          <a:prstGeom prst="roundRect">
            <a:avLst>
              <a:gd name="adj" fmla="val 6667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3822192"/>
            <a:ext cx="21678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飯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448056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46222" y="393192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539414" y="3566160"/>
            <a:ext cx="2350694" cy="1371600"/>
          </a:xfrm>
          <a:prstGeom prst="roundRect">
            <a:avLst>
              <a:gd name="adj" fmla="val 6667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30854" y="3822192"/>
            <a:ext cx="21678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葡萄糖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630854" y="448056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08396" y="393192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301588" y="3566160"/>
            <a:ext cx="2350694" cy="1371600"/>
          </a:xfrm>
          <a:prstGeom prst="roundRect">
            <a:avLst>
              <a:gd name="adj" fmla="val 6667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93028" y="3822192"/>
            <a:ext cx="21678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393028" y="448056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70569" y="393192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9063761" y="3566160"/>
            <a:ext cx="2350694" cy="1371600"/>
          </a:xfrm>
          <a:prstGeom prst="roundRect">
            <a:avLst>
              <a:gd name="adj" fmla="val 6667"/>
            </a:avLst>
          </a:prstGeom>
          <a:solidFill>
            <a:srgbClr val="C8532B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55201" y="3822192"/>
            <a:ext cx="21678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力氣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155201" y="448056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Sức lực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52578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答案就是生物化學。 Đó chính là Hóa sinh.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Tế bào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 週 · Hóa sinh — Tuần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744200" cy="137160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755648"/>
            <a:ext cx="10012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細胞是生命的最小單位。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242316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Tế bào là đơn vị nhỏ nhất của sự sống.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53492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291840"/>
            <a:ext cx="73152" cy="196596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4015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原核細胞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385876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沒有細胞核。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細菌是原核細胞。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976" y="48463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Tế bào nhân sơ — không có nhân.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291840"/>
            <a:ext cx="53492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3291840"/>
            <a:ext cx="73152" cy="196596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34015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真核細胞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5936" y="385876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有細胞核。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人、植物是真核細胞。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5936" y="48463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Tế bào nhân thực — có nhân.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細胞裡面有什麼?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Bên trong tế bào có gì?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 週 · Hóa sinh — Tuần 1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animal_cell_orig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170432"/>
            <a:ext cx="8805672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五個構造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cấu trúc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 週 · Hóa sinh — Tuần 1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270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286000"/>
                <a:gridCol w="2651760"/>
                <a:gridCol w="3063240"/>
                <a:gridCol w="22860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做什麼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細胞核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Nhân tế bào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Nucleus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 在這裡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粒線體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 thể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Mitochondrion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做 ATP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內質網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Lưới nội chất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Endoplasmic reticulum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做蛋白質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高基氏體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Bộ máy Golgi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Golgi apparatus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包裝蛋白質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細胞膜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Màng tế bào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membrane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細胞的邊界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細胞裡有哪些分子?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tế bào có phân tử gì?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 週 · Hóa sinh — Tuần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大腸桿菌的成分。數字比中文好懂 —— 先看數字。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270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840480"/>
                <a:gridCol w="3429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成分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佔細胞總重量 (%)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種類數量(約)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85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水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85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蛋白質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&gt;3,000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多醣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脂質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無機離子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原創重製,數值依課程資料整理。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看表回答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Nhìn bảng và trả lời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 週 · Hóa sinh — Tuần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508760"/>
            <a:ext cx="73152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600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什麼最多?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51560" y="2039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Cái gì nhiều nhất?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65176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651760"/>
            <a:ext cx="73152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743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蛋白質佔百分之幾?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51560" y="3182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chiếm bao nhiêu %?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379476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794760"/>
            <a:ext cx="73152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886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蛋白質有幾種?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51560" y="4325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bao nhiêu loại protein?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493776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937760"/>
            <a:ext cx="73152" cy="96012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5029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為什麼只有 15%,卻有 3,000 種?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51560" y="5468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chỉ 15% nhưng có 3.000 loại?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題想一想,跟同學說。 Câu 4: suy nghĩ và nói với bạn.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四大類生物分子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nhóm phân tử sinh học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 週 · Hóa sinh — Tuần 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27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34640"/>
                <a:gridCol w="3063240"/>
                <a:gridCol w="265176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 / 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做什麼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單體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蛋白質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做事情:酵素、運送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胺基酸 Amino acid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碳水化合物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Carbohydrate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能量、儲存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單醣 Monosaccharide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脂質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做膜、儲存能量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不是聚合物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核酸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Nucleic acid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放資訊:DNA、RNA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核苷酸 Nucleotide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小零件 → 大分子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phân → đại phân tử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 週 · Hóa sinh — Tuần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3271418" cy="1920240"/>
          </a:xfrm>
          <a:prstGeom prst="roundRect">
            <a:avLst>
              <a:gd name="adj" fmla="val 4762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267712"/>
            <a:ext cx="30885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單體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phân · Monomer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6946" y="265176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460138" y="2011680"/>
            <a:ext cx="3271418" cy="1920240"/>
          </a:xfrm>
          <a:prstGeom prst="roundRect">
            <a:avLst>
              <a:gd name="adj" fmla="val 4762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51578" y="2267712"/>
            <a:ext cx="30885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接起來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51578" y="347472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Nối lại · Polymerize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49845" y="265176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143037" y="2011680"/>
            <a:ext cx="3271418" cy="1920240"/>
          </a:xfrm>
          <a:prstGeom prst="roundRect">
            <a:avLst>
              <a:gd name="adj" fmla="val 4762"/>
            </a:avLst>
          </a:prstGeom>
          <a:solidFill>
            <a:srgbClr val="C8532B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34477" y="2267712"/>
            <a:ext cx="30885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大分子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234477" y="347472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phân tử · Macromolecule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44348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例:胺基酸 → 接起來 → 蛋白質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69848" y="4983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amino acid → nối lại → protein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官能基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chức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 週 · Hóa sinh — Tuần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分子很大。只有一小部分會反應。那部分叫官能基。</a:t>
            </a:r>
            <a:endParaRPr lang="en-US" sz="2400" dirty="0"/>
          </a:p>
        </p:txBody>
      </p:sp>
      <p:pic>
        <p:nvPicPr>
          <p:cNvPr id="8" name="Image 0" descr="/sessions/funny-hopeful-goldberg/mnt/biochemistry/assets/redrawn/functional_groups_orig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2576" y="1874520"/>
            <a:ext cx="7552944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記這個就好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cần nhớ cái này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 週 · Hóa sinh — Tuần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53492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554480"/>
            <a:ext cx="73152" cy="192024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6642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紅色 = O(氧)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12140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= oxygen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0632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Màu đỏ = 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53492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554480"/>
            <a:ext cx="73152" cy="192024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6642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藍色 = N(氮)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5936" y="212140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nitrogen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30632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Màu xanh = 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703320"/>
            <a:ext cx="53492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703320"/>
            <a:ext cx="73152" cy="19202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9" name="Text 17"/>
          <p:cNvSpPr/>
          <p:nvPr/>
        </p:nvSpPr>
        <p:spPr>
          <a:xfrm>
            <a:off x="950976" y="38130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羧基 —COOH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50976" y="427024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是酸。 Là acid.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0976" y="52120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carboxyl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3703320"/>
            <a:ext cx="53492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3703320"/>
            <a:ext cx="73152" cy="19202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24" name="Text 22"/>
          <p:cNvSpPr/>
          <p:nvPr/>
        </p:nvSpPr>
        <p:spPr>
          <a:xfrm>
            <a:off x="6345936" y="38130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胺基 —NH₂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45936" y="427024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是鹼。 Là base.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45936" y="52120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amino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5897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胺基酸 = 胺基 + 羧基。 Amino acid = amino + carboxyl. (下週上這個)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 1:連連看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1: Nối cột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 週 · Hóa sinh — Tuần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F4E5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73736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蛋白質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520440" y="173736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F4E5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73736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碳水化合物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F4E5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73736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脂質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006840" y="173736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F4E5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73736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核酸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77240" y="429768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29768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/ RNA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520440" y="429768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20440" y="429768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做膜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63640" y="429768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429768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胺基酸做的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006840" y="429768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006840" y="429768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能量、米飯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77240" y="3063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把上面和下面配對。 Nối hàng trên với hàng dưới.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 2:對或錯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2: Đúng hay sai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 週 · Hóa sinh — Tuần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1600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細胞裡水最多。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粒線體放 DNA。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77440" y="3886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脂質是聚合物。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77240" y="5029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377440" y="5029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官能基是分子會反應的部分。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說說看:「這是______。它做______。」 Nói thử với bạn.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 · Tuần sau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水、pH 與緩衝溶液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Nước, pH và dung dịch đệm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338328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36301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課前:看詞彙表第 2 週(20 個詞)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400507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trước 20 từ của tuần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44531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課前:看 Manga Guide 第 1 章,只看圖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54480" y="48280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Manga Guide chương 1 — chỉ xem hình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52760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小測:下週前 10 分鐘,考今天 12 個詞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54480" y="565099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5 câu, 10 phút đầu giờ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2026-07-16T17:02:27Z</dcterms:created>
  <dcterms:modified xsi:type="dcterms:W3CDTF">2026-07-16T17:02:27Z</dcterms:modified>
</cp:coreProperties>
</file>