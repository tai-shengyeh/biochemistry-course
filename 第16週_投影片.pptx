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28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16 週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脂肪酸與胺基酸代謝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1097280" y="3566160"/>
            <a:ext cx="2926080" cy="0"/>
          </a:xfrm>
          <a:prstGeom prst="line">
            <a:avLst/>
          </a:prstGeom>
          <a:noFill/>
          <a:ln w="31750">
            <a:solidFill>
              <a:srgbClr val="C853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703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Chuyển hóa acid béo &amp; amino acid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不只葡萄糖能燒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chỉ glucose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16 週 · Hóa sinh — Tuần 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10744200" cy="155448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1938528"/>
            <a:ext cx="1001268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脂肪儲存的能量,比葡萄糖更多。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097280" y="2788920"/>
            <a:ext cx="10012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Mỡ chứa nhiều năng lượng hơn glucose.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今天看脂肪和蛋白質怎麼進發電線。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先看詞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vựng · 不用背,看過就好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16 週 · Hóa sinh — Tuần 16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270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194560"/>
                <a:gridCol w="1828800"/>
                <a:gridCol w="1737360"/>
                <a:gridCol w="182880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中文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Tiếng Việt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中文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Tiếng Việt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β-氧化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β-Oxy hóa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 oxidation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氨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Ammonia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Ammonia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肉鹼穿梭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Thoi carnitine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Carnitine shuttle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尿素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Urea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Urea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酮體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Thể ceton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Ketone body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尿素循環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 trình urê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Urea cycle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轉胺作用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Sự chuyển amin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Transamination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麩胺酸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Glutamate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Glutamate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去胺作用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Sự khử amin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Deamination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生酮胺基酸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 sinh ceton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Ketogenic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β-氧化:把脂肪酸切碎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β-oxy hóa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16 週 · Hóa sinh — Tuần 16</a:t>
            </a:r>
            <a:endParaRPr lang="en-US" sz="1000" dirty="0"/>
          </a:p>
        </p:txBody>
      </p:sp>
      <p:pic>
        <p:nvPicPr>
          <p:cNvPr id="7" name="Image 0" descr="/sessions/funny-hopeful-goldberg/mnt/biochemistry/assets/redrawn/w16_beta_ox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0864" y="1188720"/>
            <a:ext cx="7507224" cy="42245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55778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每圈:切 2 個碳,做出 1 乙醯CoA + 1 FADH₂ + 1 NADH。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C16 要 7 圈,不是 8 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vòng, không phải 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16 週 · Hóa sinh — Tuần 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10744200" cy="1280160"/>
          </a:xfrm>
          <a:prstGeom prst="rect">
            <a:avLst/>
          </a:prstGeom>
          <a:solidFill>
            <a:srgbClr val="FFE8E0"/>
          </a:solidFill>
          <a:ln w="19050">
            <a:solidFill>
              <a:srgbClr val="C853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920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最後一圈一次生出 2 個乙醯CoA。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10744200" cy="137160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3401568"/>
            <a:ext cx="100126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圈 → 8 個乙醯CoA。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4069080"/>
            <a:ext cx="10012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vòng → 8 acetyl-CoA.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48463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這個 off-by-one 幾乎人人會錯。脂肪比同重量的糖產能多很多。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酮體:飢餓的備用燃料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Thể ceton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16 週 · Hóa sinh — Tuần 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1828800"/>
            <a:ext cx="2350694" cy="1645920"/>
          </a:xfrm>
          <a:prstGeom prst="roundRect">
            <a:avLst>
              <a:gd name="adj" fmla="val 5556"/>
            </a:avLst>
          </a:prstGeom>
          <a:solidFill>
            <a:srgbClr val="2E7D8A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084832"/>
            <a:ext cx="21678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長期飢餓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3017520"/>
            <a:ext cx="21678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Đói lâu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46222" y="2331720"/>
            <a:ext cx="37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3539414" y="1828800"/>
            <a:ext cx="2350694" cy="1645920"/>
          </a:xfrm>
          <a:prstGeom prst="roundRect">
            <a:avLst>
              <a:gd name="adj" fmla="val 5556"/>
            </a:avLst>
          </a:prstGeom>
          <a:solidFill>
            <a:srgbClr val="2E7D8A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30854" y="2084832"/>
            <a:ext cx="21678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大量燒脂肪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630854" y="3017520"/>
            <a:ext cx="21678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Đốt nhiều mỡ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08396" y="2331720"/>
            <a:ext cx="37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6301588" y="1828800"/>
            <a:ext cx="2350694" cy="1645920"/>
          </a:xfrm>
          <a:prstGeom prst="roundRect">
            <a:avLst>
              <a:gd name="adj" fmla="val 5556"/>
            </a:avLst>
          </a:prstGeom>
          <a:solidFill>
            <a:srgbClr val="2E7D8A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93028" y="2084832"/>
            <a:ext cx="21678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乙醯CoA 過剩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393028" y="3017520"/>
            <a:ext cx="21678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Acetyl-CoA dư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70569" y="2331720"/>
            <a:ext cx="37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9063761" y="1828800"/>
            <a:ext cx="2350694" cy="1645920"/>
          </a:xfrm>
          <a:prstGeom prst="roundRect">
            <a:avLst>
              <a:gd name="adj" fmla="val 5556"/>
            </a:avLst>
          </a:prstGeom>
          <a:solidFill>
            <a:srgbClr val="C8532B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55201" y="2084832"/>
            <a:ext cx="21678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做成酮體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155201" y="3017520"/>
            <a:ext cx="21678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thể ceton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3931920"/>
            <a:ext cx="107442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3931920"/>
            <a:ext cx="73152" cy="173736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24" name="Text 22"/>
          <p:cNvSpPr/>
          <p:nvPr/>
        </p:nvSpPr>
        <p:spPr>
          <a:xfrm>
            <a:off x="950976" y="404164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酮體是酸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50976" y="449884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太多 → 血液 pH 下降 → 酮酸中毒。這是第 2 週埋的伏筆(糖尿病)。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50976" y="525780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Thể ceton là acid → nhiễm toan ceton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蛋白質當燃料:先處理氮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nitơ trước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16 週 · Hóa sinh — Tuần 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53492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737360"/>
            <a:ext cx="73152" cy="2103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9" name="Text 7"/>
          <p:cNvSpPr/>
          <p:nvPr/>
        </p:nvSpPr>
        <p:spPr>
          <a:xfrm>
            <a:off x="950976" y="18470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轉胺作用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50976" y="230428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把胺基搬走。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碳架去燒。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50976" y="34290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Chuyển amin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737360"/>
            <a:ext cx="53492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737360"/>
            <a:ext cx="73152" cy="210312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14" name="Text 12"/>
          <p:cNvSpPr/>
          <p:nvPr/>
        </p:nvSpPr>
        <p:spPr>
          <a:xfrm>
            <a:off x="6345936" y="18470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去胺作用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45936" y="230428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拿掉胺基。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放出氨(NH₃)。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45936" y="34290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Khử amin → NH₃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206240"/>
            <a:ext cx="10744200" cy="146304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97280" y="4407408"/>
            <a:ext cx="10012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問題:氨有毒。不能放在血裡。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097280" y="5166360"/>
            <a:ext cx="10012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đề: ammonia độc.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尿素循環:把氨變安全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 trình urê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16 週 · Hóa sinh — Tuần 16</a:t>
            </a:r>
            <a:endParaRPr lang="en-US" sz="1000" dirty="0"/>
          </a:p>
        </p:txBody>
      </p:sp>
      <p:pic>
        <p:nvPicPr>
          <p:cNvPr id="7" name="Image 0" descr="/sessions/funny-hopeful-goldberg/mnt/biochemistry/assets/redrawn/w16_urea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1188720"/>
            <a:ext cx="7443216" cy="41879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554126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前兩步在粒線體,其餘在細胞質。氨 → 尿素 → 尿排出。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0080" y="590702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bước đầu ở ty thể, còn lại ở tế bào chất.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大整合:三種燃料一條線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nhiên liệu, 1 đường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16 週 · Hóa sinh — Tuần 16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270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001000"/>
              </a:tblGrid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燃料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怎麼進來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葡萄糖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丙酮酸 → 乙醯CoA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脂肪酸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β-氧化 → 乙醯CoA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胺基酸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去掉氮 → 乙醯CoA / 中間物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C85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全部匯集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乙醯CoA → 循環 → 電子鏈 → ATP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代謝的全貌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cảnh chuyển hóa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16 週 · Hóa sinh — Tuần 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10744200" cy="164592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2212848"/>
            <a:ext cx="1001268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所有燃料最後都變成乙醯CoA。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097280" y="3154680"/>
            <a:ext cx="10012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nhiên liệu cuối cùng thành acetyl-CoA.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41148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走同一條發電線。下週講身體怎麼決定「現在燒哪個」。</a:t>
            </a:r>
            <a:endParaRPr lang="en-US" sz="2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練習:計算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tập: Tính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16 週 · Hóa sinh — Tuần 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4630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C16 脂肪酸做 β-氧化: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371600" y="2286000"/>
            <a:ext cx="5029200" cy="1097280"/>
          </a:xfrm>
          <a:prstGeom prst="rect">
            <a:avLst/>
          </a:prstGeom>
          <a:solidFill>
            <a:srgbClr val="1F4E5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71600" y="22860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要幾圈?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858000" y="2286000"/>
            <a:ext cx="3931920" cy="109728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8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0" y="22860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 圈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371600" y="3657600"/>
            <a:ext cx="5029200" cy="1097280"/>
          </a:xfrm>
          <a:prstGeom prst="rect">
            <a:avLst/>
          </a:prstGeom>
          <a:solidFill>
            <a:srgbClr val="1F4E5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371600" y="36576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幾個乙醯CoA?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6858000" y="3657600"/>
            <a:ext cx="3931920" cy="109728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8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0" y="36576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 個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練習:對或錯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tập: Đúng hay sai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16 週 · Hóa sinh — Tuần 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1600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600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600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377440" y="1600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C16 脂肪酸做 β-氧化要 8 圈。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77240" y="2743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743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743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377440" y="2743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氨對身體有毒。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77240" y="3886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886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886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377440" y="3886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尿素循環把氨變成尿素。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77240" y="5029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029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029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377440" y="5029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脂肪酸和葡萄糖都會變成乙醯CoA。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77240" y="6172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想一想:為什麼用脂肪儲存能量,不全用肝醣?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下週 · Tuần sau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代謝整合與激素調節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2651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chuyển hóa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3383280"/>
            <a:ext cx="2926080" cy="0"/>
          </a:xfrm>
          <a:prstGeom prst="line">
            <a:avLst/>
          </a:prstGeom>
          <a:noFill/>
          <a:ln w="31750">
            <a:solidFill>
              <a:srgbClr val="C853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363016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課前:看詞彙表第 17 週(20 個詞)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554480" y="400507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trước 20 từ của tuần 17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445312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小測:下週前 10 分鐘,考今天的詞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554480" y="482803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5 câu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5303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52760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提示:三種燃料學完,下週看身體怎麼決定燒哪個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554480" y="565099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Gợi ý: cơ thể chọn đốt cái nào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2026-07-16T17:02:36Z</dcterms:created>
  <dcterms:modified xsi:type="dcterms:W3CDTF">2026-07-16T17:02:36Z</dcterms:modified>
</cp:coreProperties>
</file>