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核苷酸與核酸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097280" y="356616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Nucleotide và nucleic acid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陷阱:base 有兩個意思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Bẫy: base có 2 nghĩa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11 週 · Hóa sinh — Tuần 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18872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越南語的 base,兩個意思。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26080"/>
            <a:ext cx="73152" cy="20116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3035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週:鹼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0976" y="349300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酸鹼的鹼。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4526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2: base (acid-base)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92608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926080"/>
            <a:ext cx="73152" cy="201168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3035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這週:鹼基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45936" y="349300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含氮鹼基。A T G C。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5936" y="4526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này: base nitrogen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看到這週的 base → 想「A T G C」,不是酸鹼。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陷阱:DNA vs ADN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Bẫy: DNA vs ADN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11 週 · Hóa sinh — Tuần 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1031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新課綱(本課)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DNA、RNA、gene。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SGK 2018: DNA/RNA/gene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舊制/醫科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ADN、ARN、gen。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Cũ/Y khoa: ADN/ARN/gen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40740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都是同一個東西。查到 ADN 別緊張。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Đều là một. Thấy ADN đừng lo.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11 週 · Hóa sinh — Tuần 11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1828800"/>
                <a:gridCol w="1645920"/>
                <a:gridCol w="192024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核苷酸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Nucleotide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Nucleotide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雙螺旋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Chuỗi xoắn kép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helix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鹼基配對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bắt cặp 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pairing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含氮鹼基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nitrogen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互補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Bổ sung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嘌呤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Purine (A,G)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反平行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song song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Antiparallel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嘧啶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Pyrimidine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Pyrimidine (C,T,U)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嘌呤 = 雙環(A、G)。嘧啶 = 單環(C、T、U)。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核苷酸:三個部分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phần của nucleotide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11 週 · Hóa sinh — Tuần 11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1_nucleotide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52" y="1170432"/>
            <a:ext cx="6565392" cy="36941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5029200"/>
            <a:ext cx="3429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5029200"/>
            <a:ext cx="73152" cy="128016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0" name="Text 7"/>
          <p:cNvSpPr/>
          <p:nvPr/>
        </p:nvSpPr>
        <p:spPr>
          <a:xfrm>
            <a:off x="950976" y="5138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含氮鹼基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50976" y="5596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 G C (U)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0976" y="5897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0" y="5029200"/>
            <a:ext cx="3429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5029200"/>
            <a:ext cx="73152" cy="128016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5" name="Text 12"/>
          <p:cNvSpPr/>
          <p:nvPr/>
        </p:nvSpPr>
        <p:spPr>
          <a:xfrm>
            <a:off x="4608576" y="5138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五碳醣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608576" y="5596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去氧核糖 / 核糖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08576" y="5897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5C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46720" y="5029200"/>
            <a:ext cx="3429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0" y="5029200"/>
            <a:ext cx="73152" cy="128016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20" name="Text 17"/>
          <p:cNvSpPr/>
          <p:nvPr/>
        </p:nvSpPr>
        <p:spPr>
          <a:xfrm>
            <a:off x="8266176" y="5138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磷酸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266176" y="5596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接在 5' 碳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66176" y="5897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Phosphate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核苷 vs 核苷酸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Nucleoside vs nucleotide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11 週 · Hóa sinh — Tuần 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4708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差別只在一個磷酸。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nhau chỉ ở 1 phosphate.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38328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930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核苷 Nucleoside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9502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鹼基 + 醣。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4800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đường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3832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383280"/>
            <a:ext cx="73152" cy="18288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4930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核苷酸 Nucleotide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9502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核苷 + 磷酸。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4800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Nucleoside + phosphate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雙螺旋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xoắn kép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11 週 · Hóa sinh — Tuần 11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1_dna_helix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188720"/>
            <a:ext cx="7443216" cy="41879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5412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配 T(2 鍵),G 配 C(3 鍵)。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590702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A-T (2 liên kết), G-C (3 liên kết).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鹼基配對的鐵則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bắt cặp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11 週 · Hóa sinh — Tuần 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兩個氫鍵。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liên kết hydrogen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1031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≡ 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三個氫鍵。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liên kết hydrogen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40740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 多一個氫鍵 → 黏更緊 → 更耐熱。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 thêm 1 liên kết → bám chặt → chịu nhiệt.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寫互補股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mạch bổ sung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11 週 · Hóa sinh — Tuần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規則:A↔T,G↔C,而且方向相反。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9270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5156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原股 (5'→3')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互補股 (3'→5')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知道一股,就知道另一股。這叫互補。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vs RNA:三個差別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khác biệt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11 週 · Hóa sinh — Tuần 11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3434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醣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去氧核糖(少一個 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核糖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鹼基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 T(胸腺嘧啶)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 U 代替 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股數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通常單股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為什麼要學這個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học cái này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11 週 · Hóa sinh — Tuần 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4708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存資訊,RNA 傳資訊,蛋白質做事。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lưu, RNA truyền, protein làm.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10744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383280"/>
            <a:ext cx="73152" cy="201168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930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接回第 5 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950208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你學的蛋白質,胺基酸序列就是 DNA 決定的。第 5 週的鐮刀型貧血 —— 那個錯,就錯在 DNA。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49834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hồng cầu liềm bắt nguồn từ DNA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11 週 · Hóa sinh — Tuần 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和 G 配對。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 之間有三個氫鍵。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和 RNA 都用胸腺嘧啶(T)。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的兩股是反平行的。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寫互補股:5'-A G G T C A T-3' 的互補股是?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生物能量學:ΔG 與 ATP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lượng sinh học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12 週(18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18 từ của tuần 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分鐘,考今天的詞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提示:第 6 週的活化能回來,ΔG 正式登場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ΔG chính thức xuất hiện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2026-07-16T17:02:33Z</dcterms:created>
  <dcterms:modified xsi:type="dcterms:W3CDTF">2026-07-16T17:02:33Z</dcterms:modified>
</cp:coreProperties>
</file>