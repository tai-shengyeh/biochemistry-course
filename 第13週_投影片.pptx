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13 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糖解作用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1097280" y="356616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phân (Glycolysis)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能量單元正式開始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chương năng lượng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13 週 · Hóa sinh — Tuần 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744200" cy="155448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938528"/>
            <a:ext cx="100126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12 週的工具,今天全用上。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tuần 12, hôm nay dùng hết.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ATP、氧化還原、能量耦合。今天燒第一個燃料:葡萄糖。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vựng · 不用背,看過就好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13 週 · Hóa sinh — Tuần 13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1371600"/>
                <a:gridCol w="1828800"/>
                <a:gridCol w="196596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糖解作用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Đường phân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Glycolysis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發酵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lên men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丙酮酸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Pyruvate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Pyruvate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乳酸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投資期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GĐ đầu tư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 phase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醣質新生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Tân tạo glucose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Gluconeogenesis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收穫期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GĐ thu hồi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Payoff phase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肝醣分解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giải glycogen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Glycogenolysis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受質層次磷酸化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Phosphoryl mức cơ chất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丙酮酸激酶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Pyruvate kinase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Pyr. kinase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糖解:十步驟,分兩期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bước, 2 giai đoạn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13 週 · Hóa sinh — Tuần 13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13_glycolysis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170432"/>
            <a:ext cx="7991856" cy="44988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338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投資期(前5步):花掉 2 ATP。   |    收穫期(後5步):做 4 ATP + 2 NADH。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淨產能:別忘記 ×2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Đừng quên nhân đôi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13 週 · Hóa sinh — Tuần 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280160"/>
          </a:xfrm>
          <a:prstGeom prst="rect">
            <a:avLst/>
          </a:prstGeom>
          <a:solidFill>
            <a:srgbClr val="FFE8E0"/>
          </a:solidFill>
          <a:ln w="19050">
            <a:solidFill>
              <a:srgbClr val="C85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20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六碳裂成兩個三碳 → 收穫期每步 ×2。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744200" cy="137160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401568"/>
            <a:ext cx="10012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淨:產 4 − 花 2 = 2 ATP + 2 NADH。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406908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Ròng: 4 − 2 = 2 ATP + 2 NADH.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忘記 ×2 是最常見的錯。做出的是 4,不是 2。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三個調控點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điểm điều hòa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13 週 · Hóa sinh — Tuần 13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270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434340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酵素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位置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作用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己糖激酶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1 步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鎖進細胞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85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PFK-1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3 步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最重要的閥門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丙酮酸激酶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10 步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最後一步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PFK-1:ATP 多就抑制它。能量夠了不用再燒糖。這是第 7 週的回饋抑制。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丙酮酸的三條去路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 đường của pyruvate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13 週 · Hóa sinh — Tuần 13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13_fermentation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188720"/>
            <a:ext cx="4416552" cy="2487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3840480"/>
            <a:ext cx="34290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3840480"/>
            <a:ext cx="73152" cy="16459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0" name="Text 7"/>
          <p:cNvSpPr/>
          <p:nvPr/>
        </p:nvSpPr>
        <p:spPr>
          <a:xfrm>
            <a:off x="950976" y="39502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有氧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50976" y="44074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乙醯CoA。進循環。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50976" y="5074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O₂ → acetyl-CoA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89120" y="3840480"/>
            <a:ext cx="34290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3840480"/>
            <a:ext cx="73152" cy="164592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5" name="Text 12"/>
          <p:cNvSpPr/>
          <p:nvPr/>
        </p:nvSpPr>
        <p:spPr>
          <a:xfrm>
            <a:off x="4608576" y="39502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缺氧(動物)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608576" y="44074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乳酸。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08576" y="5074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O₂ → lactate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46720" y="3840480"/>
            <a:ext cx="34290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0" y="3840480"/>
            <a:ext cx="73152" cy="164592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20" name="Text 17"/>
          <p:cNvSpPr/>
          <p:nvPr/>
        </p:nvSpPr>
        <p:spPr>
          <a:xfrm>
            <a:off x="8266176" y="39502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缺氧(酵母)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266176" y="44074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乙醇 + CO₂。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66176" y="5074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ethanol + CO₂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發酵的目的:再生 NAD⁺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đích: tái tạo NAD⁺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13 週 · Hóa sinh — Tuần 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847088"/>
            <a:ext cx="10012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糖解需要 NAD⁺。用完了糖解就停。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phân cần NAD⁺. Hết thì dừng.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383280"/>
            <a:ext cx="73152" cy="18288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4930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發酵做什麼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39502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NADH 變回 NAD⁺。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讓糖解能繼續。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48006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tạo NAD⁺ → đường phân tiếp tục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38328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383280"/>
            <a:ext cx="73152" cy="18288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34930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不是為了產能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39502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乳酸、酒只是副產物。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5936" y="48006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Lactate/rượu chỉ là phụ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4864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乳酸發酵不產 CO₂,酒精發酵才產(所以麵包會膨脹)。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為什麼要學這個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học cái này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13 週 · Hóa sinh — Tuần 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429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37360"/>
            <a:ext cx="73152" cy="219456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8470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運動後痠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乳酸堆積。缺氧靠發酵。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5204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Đau cơ: lactate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1737360"/>
            <a:ext cx="3429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737360"/>
            <a:ext cx="73152" cy="219456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18470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紅血球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08576" y="2304288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沒有粒線體,只能糖解。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8576" y="35204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Hồng cầu: chỉ đường phân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737360"/>
            <a:ext cx="3429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1737360"/>
            <a:ext cx="73152" cy="219456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9" name="Text 17"/>
          <p:cNvSpPr/>
          <p:nvPr/>
        </p:nvSpPr>
        <p:spPr>
          <a:xfrm>
            <a:off x="8266176" y="18470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癌細胞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66176" y="2304288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偏好糖解(Warburg)。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66176" y="35204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 thư: hiệu ứng Warburg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練習:流程排序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Sắp xếp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13 週 · Hóa sinh — Tuần 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560320"/>
            <a:ext cx="2350694" cy="1828800"/>
          </a:xfrm>
          <a:prstGeom prst="roundRect">
            <a:avLst>
              <a:gd name="adj" fmla="val 5000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816352"/>
            <a:ext cx="21678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葡萄糖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46222" y="315468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539414" y="2560320"/>
            <a:ext cx="2350694" cy="1828800"/>
          </a:xfrm>
          <a:prstGeom prst="roundRect">
            <a:avLst>
              <a:gd name="adj" fmla="val 5000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30854" y="2816352"/>
            <a:ext cx="21678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投資期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30854" y="39319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tư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08396" y="315468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301588" y="2560320"/>
            <a:ext cx="2350694" cy="1828800"/>
          </a:xfrm>
          <a:prstGeom prst="roundRect">
            <a:avLst>
              <a:gd name="adj" fmla="val 5000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93028" y="2816352"/>
            <a:ext cx="21678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收穫期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93028" y="39319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hồi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70569" y="315468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063761" y="2560320"/>
            <a:ext cx="2350694" cy="1828800"/>
          </a:xfrm>
          <a:prstGeom prst="roundRect">
            <a:avLst>
              <a:gd name="adj" fmla="val 5000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55201" y="2816352"/>
            <a:ext cx="21678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丙酮酸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155201" y="39319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Pyruvate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哪一期花 ATP?哪一期賺 ATP? Giai đoạn nào tốn / thu ATP?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練習:對或錯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Đúng hay sai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13 週 · Hóa sinh — Tuần 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糖解淨產 4 個 ATP。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PFK-1 是重要的調控點。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發酵的目的是再生 NAD⁺。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7240" y="5029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377440" y="5029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乳酸發酵會產生 CO₂。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想一想:為什麼激烈運動時肌肉會產生乳酸?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 · Tuần sau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檸檬酸循環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 trình acid citric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6301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課前:看詞彙表第 14 週(16 個詞)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400507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trước 16 từ của tuần 14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44531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小測:下週前 10 分鐘,考今天的詞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54480" y="48280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5 câu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5276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提示:今天的丙酮酸,下週變成乙醯CoA 進循環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54480" y="56509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pyruvate → acetyl-CoA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2026-07-16T17:02:34Z</dcterms:created>
  <dcterms:modified xsi:type="dcterms:W3CDTF">2026-07-16T17:02:34Z</dcterms:modified>
</cp:coreProperties>
</file>